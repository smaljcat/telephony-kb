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293" r:id="rId3"/>
    <p:sldId id="315" r:id="rId4"/>
    <p:sldId id="314" r:id="rId5"/>
    <p:sldId id="328" r:id="rId6"/>
    <p:sldId id="316" r:id="rId7"/>
    <p:sldId id="324" r:id="rId8"/>
    <p:sldId id="323" r:id="rId9"/>
    <p:sldId id="294" r:id="rId10"/>
    <p:sldId id="295" r:id="rId11"/>
    <p:sldId id="296" r:id="rId12"/>
    <p:sldId id="297" r:id="rId13"/>
    <p:sldId id="325" r:id="rId14"/>
    <p:sldId id="326" r:id="rId15"/>
    <p:sldId id="327" r:id="rId16"/>
    <p:sldId id="298" r:id="rId17"/>
    <p:sldId id="299" r:id="rId18"/>
    <p:sldId id="300" r:id="rId19"/>
    <p:sldId id="332" r:id="rId20"/>
    <p:sldId id="331" r:id="rId21"/>
    <p:sldId id="333" r:id="rId22"/>
    <p:sldId id="334" r:id="rId23"/>
    <p:sldId id="306" r:id="rId24"/>
    <p:sldId id="288" r:id="rId25"/>
    <p:sldId id="290" r:id="rId26"/>
    <p:sldId id="307" r:id="rId27"/>
    <p:sldId id="308" r:id="rId28"/>
    <p:sldId id="309" r:id="rId29"/>
    <p:sldId id="291" r:id="rId30"/>
    <p:sldId id="292" r:id="rId31"/>
    <p:sldId id="305" r:id="rId32"/>
    <p:sldId id="311" r:id="rId33"/>
    <p:sldId id="310" r:id="rId34"/>
    <p:sldId id="312" r:id="rId35"/>
    <p:sldId id="313" r:id="rId36"/>
    <p:sldId id="329" r:id="rId37"/>
    <p:sldId id="330" r:id="rId38"/>
    <p:sldId id="320" r:id="rId39"/>
    <p:sldId id="321" r:id="rId40"/>
    <p:sldId id="322" r:id="rId41"/>
    <p:sldId id="318" r:id="rId42"/>
    <p:sldId id="319" r:id="rId43"/>
    <p:sldId id="303" r:id="rId44"/>
    <p:sldId id="304" r:id="rId45"/>
    <p:sldId id="261" r:id="rId4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 炯杰" initials="张" lastIdx="1" clrIdx="0">
    <p:extLst>
      <p:ext uri="{19B8F6BF-5375-455C-9EA6-DF929625EA0E}">
        <p15:presenceInfo xmlns:p15="http://schemas.microsoft.com/office/powerpoint/2012/main" userId="2d331f25972451b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66FF"/>
    <a:srgbClr val="0000FF"/>
    <a:srgbClr val="1879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B5A4F9-B657-4F29-B317-D802E7575A00}" v="9" dt="2021-08-30T08:01:24.5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5620" autoAdjust="0"/>
    <p:restoredTop sz="81353" autoAdjust="0"/>
  </p:normalViewPr>
  <p:slideViewPr>
    <p:cSldViewPr>
      <p:cViewPr varScale="1">
        <p:scale>
          <a:sx n="111" d="100"/>
          <a:sy n="111" d="100"/>
        </p:scale>
        <p:origin x="1152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张 炯杰" userId="2d331f25972451bb" providerId="LiveId" clId="{8CC4535D-3A23-4F2F-AED0-B535B5A484FF}"/>
    <pc:docChg chg="undo custSel addSld modSld">
      <pc:chgData name="张 炯杰" userId="2d331f25972451bb" providerId="LiveId" clId="{8CC4535D-3A23-4F2F-AED0-B535B5A484FF}" dt="2021-06-08T13:36:01.234" v="3414" actId="1076"/>
      <pc:docMkLst>
        <pc:docMk/>
      </pc:docMkLst>
      <pc:sldChg chg="addSp delSp modSp add mod">
        <pc:chgData name="张 炯杰" userId="2d331f25972451bb" providerId="LiveId" clId="{8CC4535D-3A23-4F2F-AED0-B535B5A484FF}" dt="2021-06-08T09:34:04.199" v="2935"/>
        <pc:sldMkLst>
          <pc:docMk/>
          <pc:sldMk cId="1804772395" sldId="293"/>
        </pc:sldMkLst>
        <pc:spChg chg="add del mod">
          <ac:chgData name="张 炯杰" userId="2d331f25972451bb" providerId="LiveId" clId="{8CC4535D-3A23-4F2F-AED0-B535B5A484FF}" dt="2021-06-08T09:34:04.199" v="2935"/>
          <ac:spMkLst>
            <pc:docMk/>
            <pc:sldMk cId="1804772395" sldId="293"/>
            <ac:spMk id="2" creationId="{0B07412C-07EF-4ACB-9F8C-2D49C3077D00}"/>
          </ac:spMkLst>
        </pc:spChg>
        <pc:spChg chg="mod">
          <ac:chgData name="张 炯杰" userId="2d331f25972451bb" providerId="LiveId" clId="{8CC4535D-3A23-4F2F-AED0-B535B5A484FF}" dt="2021-06-08T05:48:29.990" v="77" actId="20577"/>
          <ac:spMkLst>
            <pc:docMk/>
            <pc:sldMk cId="1804772395" sldId="293"/>
            <ac:spMk id="12291" creationId="{460FF6E3-11D7-48B2-AB15-505C0B5202C5}"/>
          </ac:spMkLst>
        </pc:spChg>
      </pc:sldChg>
      <pc:sldChg chg="addSp delSp modSp add mod">
        <pc:chgData name="张 炯杰" userId="2d331f25972451bb" providerId="LiveId" clId="{8CC4535D-3A23-4F2F-AED0-B535B5A484FF}" dt="2021-06-08T07:39:01.402" v="2224" actId="20577"/>
        <pc:sldMkLst>
          <pc:docMk/>
          <pc:sldMk cId="2383553586" sldId="294"/>
        </pc:sldMkLst>
        <pc:spChg chg="mod">
          <ac:chgData name="张 炯杰" userId="2d331f25972451bb" providerId="LiveId" clId="{8CC4535D-3A23-4F2F-AED0-B535B5A484FF}" dt="2021-06-08T07:39:01.402" v="2224" actId="20577"/>
          <ac:spMkLst>
            <pc:docMk/>
            <pc:sldMk cId="2383553586" sldId="294"/>
            <ac:spMk id="2" creationId="{0B07412C-07EF-4ACB-9F8C-2D49C3077D00}"/>
          </ac:spMkLst>
        </pc:spChg>
        <pc:spChg chg="mod">
          <ac:chgData name="张 炯杰" userId="2d331f25972451bb" providerId="LiveId" clId="{8CC4535D-3A23-4F2F-AED0-B535B5A484FF}" dt="2021-06-08T05:48:45.548" v="103" actId="20577"/>
          <ac:spMkLst>
            <pc:docMk/>
            <pc:sldMk cId="2383553586" sldId="294"/>
            <ac:spMk id="12291" creationId="{460FF6E3-11D7-48B2-AB15-505C0B5202C5}"/>
          </ac:spMkLst>
        </pc:spChg>
        <pc:picChg chg="add del mod ord">
          <ac:chgData name="张 炯杰" userId="2d331f25972451bb" providerId="LiveId" clId="{8CC4535D-3A23-4F2F-AED0-B535B5A484FF}" dt="2021-06-08T06:28:18.789" v="1705" actId="478"/>
          <ac:picMkLst>
            <pc:docMk/>
            <pc:sldMk cId="2383553586" sldId="294"/>
            <ac:picMk id="4" creationId="{277AAEA3-8962-4A8E-921A-2FF61041F7A0}"/>
          </ac:picMkLst>
        </pc:picChg>
      </pc:sldChg>
      <pc:sldChg chg="modSp add mod">
        <pc:chgData name="张 炯杰" userId="2d331f25972451bb" providerId="LiveId" clId="{8CC4535D-3A23-4F2F-AED0-B535B5A484FF}" dt="2021-06-08T07:39:08.256" v="2231" actId="20577"/>
        <pc:sldMkLst>
          <pc:docMk/>
          <pc:sldMk cId="601804183" sldId="295"/>
        </pc:sldMkLst>
        <pc:spChg chg="mod">
          <ac:chgData name="张 炯杰" userId="2d331f25972451bb" providerId="LiveId" clId="{8CC4535D-3A23-4F2F-AED0-B535B5A484FF}" dt="2021-06-08T07:39:08.256" v="2231" actId="20577"/>
          <ac:spMkLst>
            <pc:docMk/>
            <pc:sldMk cId="601804183" sldId="295"/>
            <ac:spMk id="2" creationId="{0B07412C-07EF-4ACB-9F8C-2D49C3077D00}"/>
          </ac:spMkLst>
        </pc:spChg>
        <pc:picChg chg="mod">
          <ac:chgData name="张 炯杰" userId="2d331f25972451bb" providerId="LiveId" clId="{8CC4535D-3A23-4F2F-AED0-B535B5A484FF}" dt="2021-06-08T06:28:14.257" v="1704" actId="1076"/>
          <ac:picMkLst>
            <pc:docMk/>
            <pc:sldMk cId="601804183" sldId="295"/>
            <ac:picMk id="4" creationId="{277AAEA3-8962-4A8E-921A-2FF61041F7A0}"/>
          </ac:picMkLst>
        </pc:picChg>
      </pc:sldChg>
      <pc:sldChg chg="addSp delSp modSp add mod">
        <pc:chgData name="张 炯杰" userId="2d331f25972451bb" providerId="LiveId" clId="{8CC4535D-3A23-4F2F-AED0-B535B5A484FF}" dt="2021-06-08T07:43:50.422" v="2301" actId="1076"/>
        <pc:sldMkLst>
          <pc:docMk/>
          <pc:sldMk cId="2196991421" sldId="296"/>
        </pc:sldMkLst>
        <pc:spChg chg="mod">
          <ac:chgData name="张 炯杰" userId="2d331f25972451bb" providerId="LiveId" clId="{8CC4535D-3A23-4F2F-AED0-B535B5A484FF}" dt="2021-06-08T07:42:23.986" v="2295" actId="20577"/>
          <ac:spMkLst>
            <pc:docMk/>
            <pc:sldMk cId="2196991421" sldId="296"/>
            <ac:spMk id="2" creationId="{0B07412C-07EF-4ACB-9F8C-2D49C3077D00}"/>
          </ac:spMkLst>
        </pc:spChg>
        <pc:picChg chg="del">
          <ac:chgData name="张 炯杰" userId="2d331f25972451bb" providerId="LiveId" clId="{8CC4535D-3A23-4F2F-AED0-B535B5A484FF}" dt="2021-06-08T06:28:50.056" v="1711" actId="478"/>
          <ac:picMkLst>
            <pc:docMk/>
            <pc:sldMk cId="2196991421" sldId="296"/>
            <ac:picMk id="4" creationId="{277AAEA3-8962-4A8E-921A-2FF61041F7A0}"/>
          </ac:picMkLst>
        </pc:picChg>
        <pc:picChg chg="add mod">
          <ac:chgData name="张 炯杰" userId="2d331f25972451bb" providerId="LiveId" clId="{8CC4535D-3A23-4F2F-AED0-B535B5A484FF}" dt="2021-06-08T07:43:05.845" v="2296" actId="1076"/>
          <ac:picMkLst>
            <pc:docMk/>
            <pc:sldMk cId="2196991421" sldId="296"/>
            <ac:picMk id="5" creationId="{347924D9-6491-4525-90A0-9A03338A4B68}"/>
          </ac:picMkLst>
        </pc:picChg>
        <pc:picChg chg="add mod">
          <ac:chgData name="张 炯杰" userId="2d331f25972451bb" providerId="LiveId" clId="{8CC4535D-3A23-4F2F-AED0-B535B5A484FF}" dt="2021-06-08T07:43:07.968" v="2297" actId="1076"/>
          <ac:picMkLst>
            <pc:docMk/>
            <pc:sldMk cId="2196991421" sldId="296"/>
            <ac:picMk id="7" creationId="{0AA1F728-6673-4074-9218-F45AED873FB3}"/>
          </ac:picMkLst>
        </pc:picChg>
        <pc:picChg chg="add mod">
          <ac:chgData name="张 炯杰" userId="2d331f25972451bb" providerId="LiveId" clId="{8CC4535D-3A23-4F2F-AED0-B535B5A484FF}" dt="2021-06-08T07:43:50.422" v="2301" actId="1076"/>
          <ac:picMkLst>
            <pc:docMk/>
            <pc:sldMk cId="2196991421" sldId="296"/>
            <ac:picMk id="9" creationId="{92CD1D0E-45E8-4DA2-BB55-7B68E84E464B}"/>
          </ac:picMkLst>
        </pc:picChg>
      </pc:sldChg>
      <pc:sldChg chg="addSp delSp modSp add mod">
        <pc:chgData name="张 炯杰" userId="2d331f25972451bb" providerId="LiveId" clId="{8CC4535D-3A23-4F2F-AED0-B535B5A484FF}" dt="2021-06-08T11:16:32.312" v="3005" actId="1076"/>
        <pc:sldMkLst>
          <pc:docMk/>
          <pc:sldMk cId="4038795823" sldId="297"/>
        </pc:sldMkLst>
        <pc:spChg chg="mod">
          <ac:chgData name="张 炯杰" userId="2d331f25972451bb" providerId="LiveId" clId="{8CC4535D-3A23-4F2F-AED0-B535B5A484FF}" dt="2021-06-08T11:16:26.986" v="3004" actId="20577"/>
          <ac:spMkLst>
            <pc:docMk/>
            <pc:sldMk cId="4038795823" sldId="297"/>
            <ac:spMk id="2" creationId="{0B07412C-07EF-4ACB-9F8C-2D49C3077D00}"/>
          </ac:spMkLst>
        </pc:spChg>
        <pc:picChg chg="add mod">
          <ac:chgData name="张 炯杰" userId="2d331f25972451bb" providerId="LiveId" clId="{8CC4535D-3A23-4F2F-AED0-B535B5A484FF}" dt="2021-06-08T11:16:32.312" v="3005" actId="1076"/>
          <ac:picMkLst>
            <pc:docMk/>
            <pc:sldMk cId="4038795823" sldId="297"/>
            <ac:picMk id="4" creationId="{37DD3CD8-2930-4294-AA37-C634C1258C13}"/>
          </ac:picMkLst>
        </pc:picChg>
        <pc:picChg chg="del mod">
          <ac:chgData name="张 炯杰" userId="2d331f25972451bb" providerId="LiveId" clId="{8CC4535D-3A23-4F2F-AED0-B535B5A484FF}" dt="2021-06-08T11:16:08.402" v="2967" actId="478"/>
          <ac:picMkLst>
            <pc:docMk/>
            <pc:sldMk cId="4038795823" sldId="297"/>
            <ac:picMk id="5" creationId="{347924D9-6491-4525-90A0-9A03338A4B68}"/>
          </ac:picMkLst>
        </pc:picChg>
        <pc:picChg chg="del mod">
          <ac:chgData name="张 炯杰" userId="2d331f25972451bb" providerId="LiveId" clId="{8CC4535D-3A23-4F2F-AED0-B535B5A484FF}" dt="2021-06-08T11:16:09.192" v="2968" actId="478"/>
          <ac:picMkLst>
            <pc:docMk/>
            <pc:sldMk cId="4038795823" sldId="297"/>
            <ac:picMk id="7" creationId="{0AA1F728-6673-4074-9218-F45AED873FB3}"/>
          </ac:picMkLst>
        </pc:picChg>
        <pc:picChg chg="del">
          <ac:chgData name="张 炯杰" userId="2d331f25972451bb" providerId="LiveId" clId="{8CC4535D-3A23-4F2F-AED0-B535B5A484FF}" dt="2021-06-08T11:13:25.233" v="2961" actId="478"/>
          <ac:picMkLst>
            <pc:docMk/>
            <pc:sldMk cId="4038795823" sldId="297"/>
            <ac:picMk id="9" creationId="{92CD1D0E-45E8-4DA2-BB55-7B68E84E464B}"/>
          </ac:picMkLst>
        </pc:picChg>
      </pc:sldChg>
      <pc:sldChg chg="addSp delSp modSp add mod">
        <pc:chgData name="张 炯杰" userId="2d331f25972451bb" providerId="LiveId" clId="{8CC4535D-3A23-4F2F-AED0-B535B5A484FF}" dt="2021-06-08T12:37:14.205" v="3331" actId="13926"/>
        <pc:sldMkLst>
          <pc:docMk/>
          <pc:sldMk cId="614414706" sldId="298"/>
        </pc:sldMkLst>
        <pc:spChg chg="add mod">
          <ac:chgData name="张 炯杰" userId="2d331f25972451bb" providerId="LiveId" clId="{8CC4535D-3A23-4F2F-AED0-B535B5A484FF}" dt="2021-06-08T12:22:52.043" v="3063" actId="20577"/>
          <ac:spMkLst>
            <pc:docMk/>
            <pc:sldMk cId="614414706" sldId="298"/>
            <ac:spMk id="7" creationId="{953B14F4-E968-4167-83B5-B5B6320851EA}"/>
          </ac:spMkLst>
        </pc:spChg>
        <pc:spChg chg="add mod">
          <ac:chgData name="张 炯杰" userId="2d331f25972451bb" providerId="LiveId" clId="{8CC4535D-3A23-4F2F-AED0-B535B5A484FF}" dt="2021-06-08T12:37:14.205" v="3331" actId="13926"/>
          <ac:spMkLst>
            <pc:docMk/>
            <pc:sldMk cId="614414706" sldId="298"/>
            <ac:spMk id="8" creationId="{3030498F-31C3-46FF-916A-15CA5159F9E3}"/>
          </ac:spMkLst>
        </pc:spChg>
        <pc:spChg chg="del mod">
          <ac:chgData name="张 炯杰" userId="2d331f25972451bb" providerId="LiveId" clId="{8CC4535D-3A23-4F2F-AED0-B535B5A484FF}" dt="2021-06-08T12:21:54.545" v="3048" actId="478"/>
          <ac:spMkLst>
            <pc:docMk/>
            <pc:sldMk cId="614414706" sldId="298"/>
            <ac:spMk id="7172" creationId="{451C0016-17D0-4ED5-A215-40D6FB2F8322}"/>
          </ac:spMkLst>
        </pc:spChg>
        <pc:spChg chg="mod">
          <ac:chgData name="张 炯杰" userId="2d331f25972451bb" providerId="LiveId" clId="{8CC4535D-3A23-4F2F-AED0-B535B5A484FF}" dt="2021-06-08T12:21:42.170" v="3043" actId="20577"/>
          <ac:spMkLst>
            <pc:docMk/>
            <pc:sldMk cId="614414706" sldId="298"/>
            <ac:spMk id="8195" creationId="{20320BBE-37F5-4C31-A7FF-55EC6D92DF30}"/>
          </ac:spMkLst>
        </pc:spChg>
        <pc:picChg chg="del">
          <ac:chgData name="张 炯杰" userId="2d331f25972451bb" providerId="LiveId" clId="{8CC4535D-3A23-4F2F-AED0-B535B5A484FF}" dt="2021-06-08T12:21:49.008" v="3044" actId="478"/>
          <ac:picMkLst>
            <pc:docMk/>
            <pc:sldMk cId="614414706" sldId="298"/>
            <ac:picMk id="8197" creationId="{4DD590CA-FA3E-4D74-B24E-8F50755569A3}"/>
          </ac:picMkLst>
        </pc:picChg>
        <pc:picChg chg="del">
          <ac:chgData name="张 炯杰" userId="2d331f25972451bb" providerId="LiveId" clId="{8CC4535D-3A23-4F2F-AED0-B535B5A484FF}" dt="2021-06-08T12:21:49.965" v="3045" actId="478"/>
          <ac:picMkLst>
            <pc:docMk/>
            <pc:sldMk cId="614414706" sldId="298"/>
            <ac:picMk id="8198" creationId="{60E17735-6EC0-4383-AE74-0AAF8A74EDB9}"/>
          </ac:picMkLst>
        </pc:picChg>
      </pc:sldChg>
      <pc:sldChg chg="modSp add mod">
        <pc:chgData name="张 炯杰" userId="2d331f25972451bb" providerId="LiveId" clId="{8CC4535D-3A23-4F2F-AED0-B535B5A484FF}" dt="2021-06-08T12:46:29.900" v="3385" actId="207"/>
        <pc:sldMkLst>
          <pc:docMk/>
          <pc:sldMk cId="3104535302" sldId="299"/>
        </pc:sldMkLst>
        <pc:spChg chg="mod">
          <ac:chgData name="张 炯杰" userId="2d331f25972451bb" providerId="LiveId" clId="{8CC4535D-3A23-4F2F-AED0-B535B5A484FF}" dt="2021-06-08T12:45:41.837" v="3376" actId="20577"/>
          <ac:spMkLst>
            <pc:docMk/>
            <pc:sldMk cId="3104535302" sldId="299"/>
            <ac:spMk id="7" creationId="{953B14F4-E968-4167-83B5-B5B6320851EA}"/>
          </ac:spMkLst>
        </pc:spChg>
        <pc:spChg chg="mod">
          <ac:chgData name="张 炯杰" userId="2d331f25972451bb" providerId="LiveId" clId="{8CC4535D-3A23-4F2F-AED0-B535B5A484FF}" dt="2021-06-08T12:46:29.900" v="3385" actId="207"/>
          <ac:spMkLst>
            <pc:docMk/>
            <pc:sldMk cId="3104535302" sldId="299"/>
            <ac:spMk id="8" creationId="{3030498F-31C3-46FF-916A-15CA5159F9E3}"/>
          </ac:spMkLst>
        </pc:spChg>
        <pc:spChg chg="mod">
          <ac:chgData name="张 炯杰" userId="2d331f25972451bb" providerId="LiveId" clId="{8CC4535D-3A23-4F2F-AED0-B535B5A484FF}" dt="2021-06-08T12:45:22.766" v="3362" actId="20577"/>
          <ac:spMkLst>
            <pc:docMk/>
            <pc:sldMk cId="3104535302" sldId="299"/>
            <ac:spMk id="8195" creationId="{20320BBE-37F5-4C31-A7FF-55EC6D92DF30}"/>
          </ac:spMkLst>
        </pc:spChg>
      </pc:sldChg>
      <pc:sldChg chg="addSp delSp modSp add mod">
        <pc:chgData name="张 炯杰" userId="2d331f25972451bb" providerId="LiveId" clId="{8CC4535D-3A23-4F2F-AED0-B535B5A484FF}" dt="2021-06-08T13:36:01.234" v="3414" actId="1076"/>
        <pc:sldMkLst>
          <pc:docMk/>
          <pc:sldMk cId="3340923528" sldId="300"/>
        </pc:sldMkLst>
        <pc:spChg chg="add del mod">
          <ac:chgData name="张 炯杰" userId="2d331f25972451bb" providerId="LiveId" clId="{8CC4535D-3A23-4F2F-AED0-B535B5A484FF}" dt="2021-06-08T12:57:09.798" v="3396" actId="478"/>
          <ac:spMkLst>
            <pc:docMk/>
            <pc:sldMk cId="3340923528" sldId="300"/>
            <ac:spMk id="2" creationId="{343D2D2F-1A4C-4D1B-B4BF-4CD2D6E6E7B8}"/>
          </ac:spMkLst>
        </pc:spChg>
        <pc:spChg chg="add del mod">
          <ac:chgData name="张 炯杰" userId="2d331f25972451bb" providerId="LiveId" clId="{8CC4535D-3A23-4F2F-AED0-B535B5A484FF}" dt="2021-06-08T13:35:01.521" v="3406" actId="478"/>
          <ac:spMkLst>
            <pc:docMk/>
            <pc:sldMk cId="3340923528" sldId="300"/>
            <ac:spMk id="5" creationId="{3B28FD81-22AB-4C21-8C58-8E4593A2C07E}"/>
          </ac:spMkLst>
        </pc:spChg>
        <pc:spChg chg="mod">
          <ac:chgData name="张 炯杰" userId="2d331f25972451bb" providerId="LiveId" clId="{8CC4535D-3A23-4F2F-AED0-B535B5A484FF}" dt="2021-06-08T12:57:01.017" v="3394" actId="20577"/>
          <ac:spMkLst>
            <pc:docMk/>
            <pc:sldMk cId="3340923528" sldId="300"/>
            <ac:spMk id="7" creationId="{953B14F4-E968-4167-83B5-B5B6320851EA}"/>
          </ac:spMkLst>
        </pc:spChg>
        <pc:spChg chg="del">
          <ac:chgData name="张 炯杰" userId="2d331f25972451bb" providerId="LiveId" clId="{8CC4535D-3A23-4F2F-AED0-B535B5A484FF}" dt="2021-06-08T12:57:06.241" v="3395" actId="478"/>
          <ac:spMkLst>
            <pc:docMk/>
            <pc:sldMk cId="3340923528" sldId="300"/>
            <ac:spMk id="8" creationId="{3030498F-31C3-46FF-916A-15CA5159F9E3}"/>
          </ac:spMkLst>
        </pc:spChg>
        <pc:picChg chg="add del mod">
          <ac:chgData name="张 炯杰" userId="2d331f25972451bb" providerId="LiveId" clId="{8CC4535D-3A23-4F2F-AED0-B535B5A484FF}" dt="2021-06-08T13:34:37.443" v="3403" actId="478"/>
          <ac:picMkLst>
            <pc:docMk/>
            <pc:sldMk cId="3340923528" sldId="300"/>
            <ac:picMk id="4" creationId="{B4F09C3B-B107-4E60-8260-F56513BC047E}"/>
          </ac:picMkLst>
        </pc:picChg>
        <pc:picChg chg="add mod">
          <ac:chgData name="张 炯杰" userId="2d331f25972451bb" providerId="LiveId" clId="{8CC4535D-3A23-4F2F-AED0-B535B5A484FF}" dt="2021-06-08T13:36:01.234" v="3414" actId="1076"/>
          <ac:picMkLst>
            <pc:docMk/>
            <pc:sldMk cId="3340923528" sldId="300"/>
            <ac:picMk id="9" creationId="{B1DF878B-6D4D-4AD9-A692-B00F1B3FAD65}"/>
          </ac:picMkLst>
        </pc:picChg>
      </pc:sldChg>
    </pc:docChg>
  </pc:docChgLst>
  <pc:docChgLst>
    <pc:chgData name="张 炯杰" userId="2d331f25972451bb" providerId="LiveId" clId="{32B5A4F9-B657-4F29-B317-D802E7575A00}"/>
    <pc:docChg chg="undo custSel addSld delSld modSld sldOrd">
      <pc:chgData name="张 炯杰" userId="2d331f25972451bb" providerId="LiveId" clId="{32B5A4F9-B657-4F29-B317-D802E7575A00}" dt="2021-08-30T08:04:51.304" v="2813" actId="2696"/>
      <pc:docMkLst>
        <pc:docMk/>
      </pc:docMkLst>
      <pc:sldChg chg="modSp mod">
        <pc:chgData name="张 炯杰" userId="2d331f25972451bb" providerId="LiveId" clId="{32B5A4F9-B657-4F29-B317-D802E7575A00}" dt="2021-08-30T05:55:44.374" v="87" actId="20577"/>
        <pc:sldMkLst>
          <pc:docMk/>
          <pc:sldMk cId="0" sldId="256"/>
        </pc:sldMkLst>
        <pc:spChg chg="mod">
          <ac:chgData name="张 炯杰" userId="2d331f25972451bb" providerId="LiveId" clId="{32B5A4F9-B657-4F29-B317-D802E7575A00}" dt="2021-08-30T05:55:44.374" v="87" actId="20577"/>
          <ac:spMkLst>
            <pc:docMk/>
            <pc:sldMk cId="0" sldId="256"/>
            <ac:spMk id="7170" creationId="{2490068D-E923-416A-B2D3-6407865FAED1}"/>
          </ac:spMkLst>
        </pc:spChg>
      </pc:sldChg>
      <pc:sldChg chg="del">
        <pc:chgData name="张 炯杰" userId="2d331f25972451bb" providerId="LiveId" clId="{32B5A4F9-B657-4F29-B317-D802E7575A00}" dt="2021-08-30T08:04:51.304" v="2813" actId="2696"/>
        <pc:sldMkLst>
          <pc:docMk/>
          <pc:sldMk cId="955551606" sldId="317"/>
        </pc:sldMkLst>
      </pc:sldChg>
      <pc:sldChg chg="ord">
        <pc:chgData name="张 炯杰" userId="2d331f25972451bb" providerId="LiveId" clId="{32B5A4F9-B657-4F29-B317-D802E7575A00}" dt="2021-08-30T05:56:45.791" v="89"/>
        <pc:sldMkLst>
          <pc:docMk/>
          <pc:sldMk cId="1997564802" sldId="324"/>
        </pc:sldMkLst>
      </pc:sldChg>
      <pc:sldChg chg="modSp mod">
        <pc:chgData name="张 炯杰" userId="2d331f25972451bb" providerId="LiveId" clId="{32B5A4F9-B657-4F29-B317-D802E7575A00}" dt="2021-08-30T07:25:11.842" v="161" actId="207"/>
        <pc:sldMkLst>
          <pc:docMk/>
          <pc:sldMk cId="4018277288" sldId="332"/>
        </pc:sldMkLst>
        <pc:spChg chg="mod">
          <ac:chgData name="张 炯杰" userId="2d331f25972451bb" providerId="LiveId" clId="{32B5A4F9-B657-4F29-B317-D802E7575A00}" dt="2021-08-30T07:25:11.842" v="161" actId="207"/>
          <ac:spMkLst>
            <pc:docMk/>
            <pc:sldMk cId="4018277288" sldId="332"/>
            <ac:spMk id="8" creationId="{97D27CC3-A4F4-4BE6-A25B-6EDFF4684E0F}"/>
          </ac:spMkLst>
        </pc:spChg>
      </pc:sldChg>
      <pc:sldChg chg="add">
        <pc:chgData name="张 炯杰" userId="2d331f25972451bb" providerId="LiveId" clId="{32B5A4F9-B657-4F29-B317-D802E7575A00}" dt="2021-08-30T07:26:29.596" v="162"/>
        <pc:sldMkLst>
          <pc:docMk/>
          <pc:sldMk cId="3491247236" sldId="333"/>
        </pc:sldMkLst>
      </pc:sldChg>
      <pc:sldChg chg="modSp add mod">
        <pc:chgData name="张 炯杰" userId="2d331f25972451bb" providerId="LiveId" clId="{32B5A4F9-B657-4F29-B317-D802E7575A00}" dt="2021-08-30T08:04:38.239" v="2812" actId="20577"/>
        <pc:sldMkLst>
          <pc:docMk/>
          <pc:sldMk cId="69972504" sldId="334"/>
        </pc:sldMkLst>
        <pc:spChg chg="mod">
          <ac:chgData name="张 炯杰" userId="2d331f25972451bb" providerId="LiveId" clId="{32B5A4F9-B657-4F29-B317-D802E7575A00}" dt="2021-08-30T08:04:38.239" v="2812" actId="20577"/>
          <ac:spMkLst>
            <pc:docMk/>
            <pc:sldMk cId="69972504" sldId="334"/>
            <ac:spMk id="7" creationId="{953B14F4-E968-4167-83B5-B5B6320851EA}"/>
          </ac:spMkLst>
        </pc:spChg>
        <pc:spChg chg="mod">
          <ac:chgData name="张 炯杰" userId="2d331f25972451bb" providerId="LiveId" clId="{32B5A4F9-B657-4F29-B317-D802E7575A00}" dt="2021-08-30T07:33:25.669" v="191" actId="20577"/>
          <ac:spMkLst>
            <pc:docMk/>
            <pc:sldMk cId="69972504" sldId="334"/>
            <ac:spMk id="8195" creationId="{20320BBE-37F5-4C31-A7FF-55EC6D92DF30}"/>
          </ac:spMkLst>
        </pc:spChg>
      </pc:sldChg>
    </pc:docChg>
  </pc:docChgLst>
  <pc:docChgLst>
    <pc:chgData name="张 炯杰" userId="2d331f25972451bb" providerId="LiveId" clId="{37D11E73-E09A-4FFD-AC80-749EACED93C3}"/>
    <pc:docChg chg="undo custSel addSld delSld modSld sldOrd">
      <pc:chgData name="张 炯杰" userId="2d331f25972451bb" providerId="LiveId" clId="{37D11E73-E09A-4FFD-AC80-749EACED93C3}" dt="2021-08-27T09:28:11.926" v="8154" actId="313"/>
      <pc:docMkLst>
        <pc:docMk/>
      </pc:docMkLst>
      <pc:sldChg chg="modSp mod">
        <pc:chgData name="张 炯杰" userId="2d331f25972451bb" providerId="LiveId" clId="{37D11E73-E09A-4FFD-AC80-749EACED93C3}" dt="2021-08-27T08:03:04.786" v="3074"/>
        <pc:sldMkLst>
          <pc:docMk/>
          <pc:sldMk cId="0" sldId="256"/>
        </pc:sldMkLst>
        <pc:spChg chg="mod">
          <ac:chgData name="张 炯杰" userId="2d331f25972451bb" providerId="LiveId" clId="{37D11E73-E09A-4FFD-AC80-749EACED93C3}" dt="2021-08-27T08:03:04.786" v="3074"/>
          <ac:spMkLst>
            <pc:docMk/>
            <pc:sldMk cId="0" sldId="256"/>
            <ac:spMk id="7170" creationId="{2490068D-E923-416A-B2D3-6407865FAED1}"/>
          </ac:spMkLst>
        </pc:spChg>
        <pc:spChg chg="mod">
          <ac:chgData name="张 炯杰" userId="2d331f25972451bb" providerId="LiveId" clId="{37D11E73-E09A-4FFD-AC80-749EACED93C3}" dt="2021-08-27T07:47:26.066" v="2950" actId="1076"/>
          <ac:spMkLst>
            <pc:docMk/>
            <pc:sldMk cId="0" sldId="256"/>
            <ac:spMk id="7171" creationId="{54C441D7-5459-43BF-A503-8B0B1982BC81}"/>
          </ac:spMkLst>
        </pc:spChg>
      </pc:sldChg>
      <pc:sldChg chg="addSp delSp modSp mod">
        <pc:chgData name="张 炯杰" userId="2d331f25972451bb" providerId="LiveId" clId="{37D11E73-E09A-4FFD-AC80-749EACED93C3}" dt="2021-08-26T13:59:57.361" v="2613" actId="11529"/>
        <pc:sldMkLst>
          <pc:docMk/>
          <pc:sldMk cId="0" sldId="288"/>
        </pc:sldMkLst>
        <pc:spChg chg="add del">
          <ac:chgData name="张 炯杰" userId="2d331f25972451bb" providerId="LiveId" clId="{37D11E73-E09A-4FFD-AC80-749EACED93C3}" dt="2021-08-26T13:59:57.361" v="2613" actId="11529"/>
          <ac:spMkLst>
            <pc:docMk/>
            <pc:sldMk cId="0" sldId="288"/>
            <ac:spMk id="2" creationId="{DAAE726C-6521-4E30-8A9A-5E2815DC192A}"/>
          </ac:spMkLst>
        </pc:spChg>
        <pc:spChg chg="mod">
          <ac:chgData name="张 炯杰" userId="2d331f25972451bb" providerId="LiveId" clId="{37D11E73-E09A-4FFD-AC80-749EACED93C3}" dt="2021-08-26T08:32:18.668" v="624" actId="20577"/>
          <ac:spMkLst>
            <pc:docMk/>
            <pc:sldMk cId="0" sldId="288"/>
            <ac:spMk id="8195" creationId="{20320BBE-37F5-4C31-A7FF-55EC6D92DF30}"/>
          </ac:spMkLst>
        </pc:spChg>
      </pc:sldChg>
      <pc:sldChg chg="modSp mod">
        <pc:chgData name="张 炯杰" userId="2d331f25972451bb" providerId="LiveId" clId="{37D11E73-E09A-4FFD-AC80-749EACED93C3}" dt="2021-08-26T08:32:21.633" v="626" actId="20577"/>
        <pc:sldMkLst>
          <pc:docMk/>
          <pc:sldMk cId="0" sldId="290"/>
        </pc:sldMkLst>
        <pc:spChg chg="mod">
          <ac:chgData name="张 炯杰" userId="2d331f25972451bb" providerId="LiveId" clId="{37D11E73-E09A-4FFD-AC80-749EACED93C3}" dt="2021-08-26T08:32:21.633" v="626" actId="20577"/>
          <ac:spMkLst>
            <pc:docMk/>
            <pc:sldMk cId="0" sldId="290"/>
            <ac:spMk id="9219" creationId="{8F879789-13DB-4E20-9F10-2E719288E175}"/>
          </ac:spMkLst>
        </pc:spChg>
      </pc:sldChg>
      <pc:sldChg chg="modSp mod">
        <pc:chgData name="张 炯杰" userId="2d331f25972451bb" providerId="LiveId" clId="{37D11E73-E09A-4FFD-AC80-749EACED93C3}" dt="2021-08-26T08:32:34.492" v="634" actId="20577"/>
        <pc:sldMkLst>
          <pc:docMk/>
          <pc:sldMk cId="0" sldId="291"/>
        </pc:sldMkLst>
        <pc:spChg chg="mod">
          <ac:chgData name="张 炯杰" userId="2d331f25972451bb" providerId="LiveId" clId="{37D11E73-E09A-4FFD-AC80-749EACED93C3}" dt="2021-08-26T08:32:34.492" v="634" actId="20577"/>
          <ac:spMkLst>
            <pc:docMk/>
            <pc:sldMk cId="0" sldId="291"/>
            <ac:spMk id="10243" creationId="{C4E3DC72-7DB7-476E-97C5-9184F8EFB72E}"/>
          </ac:spMkLst>
        </pc:spChg>
      </pc:sldChg>
      <pc:sldChg chg="modSp mod">
        <pc:chgData name="张 炯杰" userId="2d331f25972451bb" providerId="LiveId" clId="{37D11E73-E09A-4FFD-AC80-749EACED93C3}" dt="2021-08-26T08:32:38.414" v="636" actId="20577"/>
        <pc:sldMkLst>
          <pc:docMk/>
          <pc:sldMk cId="0" sldId="292"/>
        </pc:sldMkLst>
        <pc:spChg chg="mod">
          <ac:chgData name="张 炯杰" userId="2d331f25972451bb" providerId="LiveId" clId="{37D11E73-E09A-4FFD-AC80-749EACED93C3}" dt="2021-08-26T08:32:38.414" v="636" actId="20577"/>
          <ac:spMkLst>
            <pc:docMk/>
            <pc:sldMk cId="0" sldId="292"/>
            <ac:spMk id="11267" creationId="{DCB6E909-3791-4564-8B46-C91383322C60}"/>
          </ac:spMkLst>
        </pc:spChg>
      </pc:sldChg>
      <pc:sldChg chg="modSp mod ord">
        <pc:chgData name="张 炯杰" userId="2d331f25972451bb" providerId="LiveId" clId="{37D11E73-E09A-4FFD-AC80-749EACED93C3}" dt="2021-08-26T12:48:11.124" v="2566"/>
        <pc:sldMkLst>
          <pc:docMk/>
          <pc:sldMk cId="2383553586" sldId="294"/>
        </pc:sldMkLst>
        <pc:spChg chg="mod">
          <ac:chgData name="张 炯杰" userId="2d331f25972451bb" providerId="LiveId" clId="{37D11E73-E09A-4FFD-AC80-749EACED93C3}" dt="2021-08-26T09:35:12.329" v="1017" actId="108"/>
          <ac:spMkLst>
            <pc:docMk/>
            <pc:sldMk cId="2383553586" sldId="294"/>
            <ac:spMk id="12291" creationId="{460FF6E3-11D7-48B2-AB15-505C0B5202C5}"/>
          </ac:spMkLst>
        </pc:spChg>
      </pc:sldChg>
      <pc:sldChg chg="modSp mod ord">
        <pc:chgData name="张 炯杰" userId="2d331f25972451bb" providerId="LiveId" clId="{37D11E73-E09A-4FFD-AC80-749EACED93C3}" dt="2021-08-26T12:48:24.181" v="2568"/>
        <pc:sldMkLst>
          <pc:docMk/>
          <pc:sldMk cId="601804183" sldId="295"/>
        </pc:sldMkLst>
        <pc:spChg chg="mod">
          <ac:chgData name="张 炯杰" userId="2d331f25972451bb" providerId="LiveId" clId="{37D11E73-E09A-4FFD-AC80-749EACED93C3}" dt="2021-08-26T09:35:22.820" v="1018"/>
          <ac:spMkLst>
            <pc:docMk/>
            <pc:sldMk cId="601804183" sldId="295"/>
            <ac:spMk id="12291" creationId="{460FF6E3-11D7-48B2-AB15-505C0B5202C5}"/>
          </ac:spMkLst>
        </pc:spChg>
        <pc:picChg chg="mod">
          <ac:chgData name="张 炯杰" userId="2d331f25972451bb" providerId="LiveId" clId="{37D11E73-E09A-4FFD-AC80-749EACED93C3}" dt="2021-08-26T09:35:28.313" v="1020" actId="1076"/>
          <ac:picMkLst>
            <pc:docMk/>
            <pc:sldMk cId="601804183" sldId="295"/>
            <ac:picMk id="4" creationId="{277AAEA3-8962-4A8E-921A-2FF61041F7A0}"/>
          </ac:picMkLst>
        </pc:picChg>
      </pc:sldChg>
      <pc:sldChg chg="modSp mod ord">
        <pc:chgData name="张 炯杰" userId="2d331f25972451bb" providerId="LiveId" clId="{37D11E73-E09A-4FFD-AC80-749EACED93C3}" dt="2021-08-26T12:48:36.252" v="2572"/>
        <pc:sldMkLst>
          <pc:docMk/>
          <pc:sldMk cId="2196991421" sldId="296"/>
        </pc:sldMkLst>
        <pc:spChg chg="mod">
          <ac:chgData name="张 炯杰" userId="2d331f25972451bb" providerId="LiveId" clId="{37D11E73-E09A-4FFD-AC80-749EACED93C3}" dt="2021-08-26T09:35:32.375" v="1021"/>
          <ac:spMkLst>
            <pc:docMk/>
            <pc:sldMk cId="2196991421" sldId="296"/>
            <ac:spMk id="12291" creationId="{460FF6E3-11D7-48B2-AB15-505C0B5202C5}"/>
          </ac:spMkLst>
        </pc:spChg>
      </pc:sldChg>
      <pc:sldChg chg="modSp mod ord">
        <pc:chgData name="张 炯杰" userId="2d331f25972451bb" providerId="LiveId" clId="{37D11E73-E09A-4FFD-AC80-749EACED93C3}" dt="2021-08-26T12:48:48.939" v="2574"/>
        <pc:sldMkLst>
          <pc:docMk/>
          <pc:sldMk cId="4038795823" sldId="297"/>
        </pc:sldMkLst>
        <pc:spChg chg="mod">
          <ac:chgData name="张 炯杰" userId="2d331f25972451bb" providerId="LiveId" clId="{37D11E73-E09A-4FFD-AC80-749EACED93C3}" dt="2021-08-26T09:35:44.260" v="1022"/>
          <ac:spMkLst>
            <pc:docMk/>
            <pc:sldMk cId="4038795823" sldId="297"/>
            <ac:spMk id="12291" creationId="{460FF6E3-11D7-48B2-AB15-505C0B5202C5}"/>
          </ac:spMkLst>
        </pc:spChg>
      </pc:sldChg>
      <pc:sldChg chg="modSp mod ord">
        <pc:chgData name="张 炯杰" userId="2d331f25972451bb" providerId="LiveId" clId="{37D11E73-E09A-4FFD-AC80-749EACED93C3}" dt="2021-08-27T08:19:52.049" v="3658" actId="20577"/>
        <pc:sldMkLst>
          <pc:docMk/>
          <pc:sldMk cId="614414706" sldId="298"/>
        </pc:sldMkLst>
        <pc:spChg chg="mod">
          <ac:chgData name="张 炯杰" userId="2d331f25972451bb" providerId="LiveId" clId="{37D11E73-E09A-4FFD-AC80-749EACED93C3}" dt="2021-08-26T11:57:02.458" v="1205" actId="255"/>
          <ac:spMkLst>
            <pc:docMk/>
            <pc:sldMk cId="614414706" sldId="298"/>
            <ac:spMk id="7" creationId="{953B14F4-E968-4167-83B5-B5B6320851EA}"/>
          </ac:spMkLst>
        </pc:spChg>
        <pc:spChg chg="mod">
          <ac:chgData name="张 炯杰" userId="2d331f25972451bb" providerId="LiveId" clId="{37D11E73-E09A-4FFD-AC80-749EACED93C3}" dt="2021-08-27T08:19:52.049" v="3658" actId="20577"/>
          <ac:spMkLst>
            <pc:docMk/>
            <pc:sldMk cId="614414706" sldId="298"/>
            <ac:spMk id="8" creationId="{3030498F-31C3-46FF-916A-15CA5159F9E3}"/>
          </ac:spMkLst>
        </pc:spChg>
        <pc:spChg chg="mod">
          <ac:chgData name="张 炯杰" userId="2d331f25972451bb" providerId="LiveId" clId="{37D11E73-E09A-4FFD-AC80-749EACED93C3}" dt="2021-08-26T12:53:02.600" v="2593" actId="20577"/>
          <ac:spMkLst>
            <pc:docMk/>
            <pc:sldMk cId="614414706" sldId="298"/>
            <ac:spMk id="8195" creationId="{20320BBE-37F5-4C31-A7FF-55EC6D92DF30}"/>
          </ac:spMkLst>
        </pc:spChg>
      </pc:sldChg>
      <pc:sldChg chg="modSp mod ord">
        <pc:chgData name="张 炯杰" userId="2d331f25972451bb" providerId="LiveId" clId="{37D11E73-E09A-4FFD-AC80-749EACED93C3}" dt="2021-08-27T08:15:13.902" v="3393" actId="207"/>
        <pc:sldMkLst>
          <pc:docMk/>
          <pc:sldMk cId="3104535302" sldId="299"/>
        </pc:sldMkLst>
        <pc:spChg chg="mod">
          <ac:chgData name="张 炯杰" userId="2d331f25972451bb" providerId="LiveId" clId="{37D11E73-E09A-4FFD-AC80-749EACED93C3}" dt="2021-08-27T08:15:13.902" v="3393" actId="207"/>
          <ac:spMkLst>
            <pc:docMk/>
            <pc:sldMk cId="3104535302" sldId="299"/>
            <ac:spMk id="8" creationId="{3030498F-31C3-46FF-916A-15CA5159F9E3}"/>
          </ac:spMkLst>
        </pc:spChg>
        <pc:spChg chg="mod">
          <ac:chgData name="张 炯杰" userId="2d331f25972451bb" providerId="LiveId" clId="{37D11E73-E09A-4FFD-AC80-749EACED93C3}" dt="2021-08-26T12:53:09.661" v="2602" actId="20577"/>
          <ac:spMkLst>
            <pc:docMk/>
            <pc:sldMk cId="3104535302" sldId="299"/>
            <ac:spMk id="8195" creationId="{20320BBE-37F5-4C31-A7FF-55EC6D92DF30}"/>
          </ac:spMkLst>
        </pc:spChg>
      </pc:sldChg>
      <pc:sldChg chg="addSp modSp mod ord">
        <pc:chgData name="张 炯杰" userId="2d331f25972451bb" providerId="LiveId" clId="{37D11E73-E09A-4FFD-AC80-749EACED93C3}" dt="2021-08-27T08:54:08.236" v="5669" actId="20577"/>
        <pc:sldMkLst>
          <pc:docMk/>
          <pc:sldMk cId="3340923528" sldId="300"/>
        </pc:sldMkLst>
        <pc:spChg chg="add mod">
          <ac:chgData name="张 炯杰" userId="2d331f25972451bb" providerId="LiveId" clId="{37D11E73-E09A-4FFD-AC80-749EACED93C3}" dt="2021-08-27T08:54:08.236" v="5669" actId="20577"/>
          <ac:spMkLst>
            <pc:docMk/>
            <pc:sldMk cId="3340923528" sldId="300"/>
            <ac:spMk id="2" creationId="{4626F3AC-AF06-40C8-96D2-698660296017}"/>
          </ac:spMkLst>
        </pc:spChg>
        <pc:spChg chg="mod">
          <ac:chgData name="张 炯杰" userId="2d331f25972451bb" providerId="LiveId" clId="{37D11E73-E09A-4FFD-AC80-749EACED93C3}" dt="2021-08-26T12:53:16.518" v="2611" actId="20577"/>
          <ac:spMkLst>
            <pc:docMk/>
            <pc:sldMk cId="3340923528" sldId="300"/>
            <ac:spMk id="8195" creationId="{20320BBE-37F5-4C31-A7FF-55EC6D92DF30}"/>
          </ac:spMkLst>
        </pc:spChg>
        <pc:picChg chg="mod">
          <ac:chgData name="张 炯杰" userId="2d331f25972451bb" providerId="LiveId" clId="{37D11E73-E09A-4FFD-AC80-749EACED93C3}" dt="2021-08-27T08:15:43.155" v="3397" actId="1076"/>
          <ac:picMkLst>
            <pc:docMk/>
            <pc:sldMk cId="3340923528" sldId="300"/>
            <ac:picMk id="9" creationId="{B1DF878B-6D4D-4AD9-A692-B00F1B3FAD65}"/>
          </ac:picMkLst>
        </pc:picChg>
      </pc:sldChg>
      <pc:sldChg chg="modSp mod">
        <pc:chgData name="张 炯杰" userId="2d331f25972451bb" providerId="LiveId" clId="{37D11E73-E09A-4FFD-AC80-749EACED93C3}" dt="2021-08-26T08:32:41.040" v="638" actId="20577"/>
        <pc:sldMkLst>
          <pc:docMk/>
          <pc:sldMk cId="148019434" sldId="305"/>
        </pc:sldMkLst>
        <pc:spChg chg="mod">
          <ac:chgData name="张 炯杰" userId="2d331f25972451bb" providerId="LiveId" clId="{37D11E73-E09A-4FFD-AC80-749EACED93C3}" dt="2021-08-26T08:32:41.040" v="638" actId="20577"/>
          <ac:spMkLst>
            <pc:docMk/>
            <pc:sldMk cId="148019434" sldId="305"/>
            <ac:spMk id="11267" creationId="{DCB6E909-3791-4564-8B46-C91383322C60}"/>
          </ac:spMkLst>
        </pc:spChg>
      </pc:sldChg>
      <pc:sldChg chg="modSp mod">
        <pc:chgData name="张 炯杰" userId="2d331f25972451bb" providerId="LiveId" clId="{37D11E73-E09A-4FFD-AC80-749EACED93C3}" dt="2021-08-26T08:32:14.632" v="622" actId="20577"/>
        <pc:sldMkLst>
          <pc:docMk/>
          <pc:sldMk cId="898103452" sldId="306"/>
        </pc:sldMkLst>
        <pc:spChg chg="mod">
          <ac:chgData name="张 炯杰" userId="2d331f25972451bb" providerId="LiveId" clId="{37D11E73-E09A-4FFD-AC80-749EACED93C3}" dt="2021-08-26T08:32:14.632" v="622" actId="20577"/>
          <ac:spMkLst>
            <pc:docMk/>
            <pc:sldMk cId="898103452" sldId="306"/>
            <ac:spMk id="8195" creationId="{20320BBE-37F5-4C31-A7FF-55EC6D92DF30}"/>
          </ac:spMkLst>
        </pc:spChg>
      </pc:sldChg>
      <pc:sldChg chg="modSp mod">
        <pc:chgData name="张 炯杰" userId="2d331f25972451bb" providerId="LiveId" clId="{37D11E73-E09A-4FFD-AC80-749EACED93C3}" dt="2021-08-26T08:32:24.375" v="628" actId="20577"/>
        <pc:sldMkLst>
          <pc:docMk/>
          <pc:sldMk cId="2250197058" sldId="307"/>
        </pc:sldMkLst>
        <pc:spChg chg="mod">
          <ac:chgData name="张 炯杰" userId="2d331f25972451bb" providerId="LiveId" clId="{37D11E73-E09A-4FFD-AC80-749EACED93C3}" dt="2021-08-26T08:32:24.375" v="628" actId="20577"/>
          <ac:spMkLst>
            <pc:docMk/>
            <pc:sldMk cId="2250197058" sldId="307"/>
            <ac:spMk id="8195" creationId="{20320BBE-37F5-4C31-A7FF-55EC6D92DF30}"/>
          </ac:spMkLst>
        </pc:spChg>
      </pc:sldChg>
      <pc:sldChg chg="modSp mod">
        <pc:chgData name="张 炯杰" userId="2d331f25972451bb" providerId="LiveId" clId="{37D11E73-E09A-4FFD-AC80-749EACED93C3}" dt="2021-08-26T08:32:27.423" v="630" actId="20577"/>
        <pc:sldMkLst>
          <pc:docMk/>
          <pc:sldMk cId="1449658197" sldId="308"/>
        </pc:sldMkLst>
        <pc:spChg chg="mod">
          <ac:chgData name="张 炯杰" userId="2d331f25972451bb" providerId="LiveId" clId="{37D11E73-E09A-4FFD-AC80-749EACED93C3}" dt="2021-08-26T08:32:27.423" v="630" actId="20577"/>
          <ac:spMkLst>
            <pc:docMk/>
            <pc:sldMk cId="1449658197" sldId="308"/>
            <ac:spMk id="8195" creationId="{20320BBE-37F5-4C31-A7FF-55EC6D92DF30}"/>
          </ac:spMkLst>
        </pc:spChg>
      </pc:sldChg>
      <pc:sldChg chg="modSp mod">
        <pc:chgData name="张 炯杰" userId="2d331f25972451bb" providerId="LiveId" clId="{37D11E73-E09A-4FFD-AC80-749EACED93C3}" dt="2021-08-26T08:32:30.234" v="632" actId="20577"/>
        <pc:sldMkLst>
          <pc:docMk/>
          <pc:sldMk cId="2425490314" sldId="309"/>
        </pc:sldMkLst>
        <pc:spChg chg="mod">
          <ac:chgData name="张 炯杰" userId="2d331f25972451bb" providerId="LiveId" clId="{37D11E73-E09A-4FFD-AC80-749EACED93C3}" dt="2021-08-26T08:32:30.234" v="632" actId="20577"/>
          <ac:spMkLst>
            <pc:docMk/>
            <pc:sldMk cId="2425490314" sldId="309"/>
            <ac:spMk id="8195" creationId="{20320BBE-37F5-4C31-A7FF-55EC6D92DF30}"/>
          </ac:spMkLst>
        </pc:spChg>
      </pc:sldChg>
      <pc:sldChg chg="modSp mod">
        <pc:chgData name="张 炯杰" userId="2d331f25972451bb" providerId="LiveId" clId="{37D11E73-E09A-4FFD-AC80-749EACED93C3}" dt="2021-08-26T08:32:56.304" v="642" actId="20577"/>
        <pc:sldMkLst>
          <pc:docMk/>
          <pc:sldMk cId="1471541533" sldId="310"/>
        </pc:sldMkLst>
        <pc:spChg chg="mod">
          <ac:chgData name="张 炯杰" userId="2d331f25972451bb" providerId="LiveId" clId="{37D11E73-E09A-4FFD-AC80-749EACED93C3}" dt="2021-08-26T08:32:56.304" v="642" actId="20577"/>
          <ac:spMkLst>
            <pc:docMk/>
            <pc:sldMk cId="1471541533" sldId="310"/>
            <ac:spMk id="11267" creationId="{DCB6E909-3791-4564-8B46-C91383322C60}"/>
          </ac:spMkLst>
        </pc:spChg>
      </pc:sldChg>
      <pc:sldChg chg="modSp mod">
        <pc:chgData name="张 炯杰" userId="2d331f25972451bb" providerId="LiveId" clId="{37D11E73-E09A-4FFD-AC80-749EACED93C3}" dt="2021-08-26T08:32:45.717" v="640" actId="20577"/>
        <pc:sldMkLst>
          <pc:docMk/>
          <pc:sldMk cId="3629658551" sldId="311"/>
        </pc:sldMkLst>
        <pc:spChg chg="mod">
          <ac:chgData name="张 炯杰" userId="2d331f25972451bb" providerId="LiveId" clId="{37D11E73-E09A-4FFD-AC80-749EACED93C3}" dt="2021-08-26T08:32:45.717" v="640" actId="20577"/>
          <ac:spMkLst>
            <pc:docMk/>
            <pc:sldMk cId="3629658551" sldId="311"/>
            <ac:spMk id="11267" creationId="{DCB6E909-3791-4564-8B46-C91383322C60}"/>
          </ac:spMkLst>
        </pc:spChg>
      </pc:sldChg>
      <pc:sldChg chg="modSp mod">
        <pc:chgData name="张 炯杰" userId="2d331f25972451bb" providerId="LiveId" clId="{37D11E73-E09A-4FFD-AC80-749EACED93C3}" dt="2021-08-26T08:32:58.735" v="644" actId="20577"/>
        <pc:sldMkLst>
          <pc:docMk/>
          <pc:sldMk cId="4051929988" sldId="312"/>
        </pc:sldMkLst>
        <pc:spChg chg="mod">
          <ac:chgData name="张 炯杰" userId="2d331f25972451bb" providerId="LiveId" clId="{37D11E73-E09A-4FFD-AC80-749EACED93C3}" dt="2021-08-26T08:32:58.735" v="644" actId="20577"/>
          <ac:spMkLst>
            <pc:docMk/>
            <pc:sldMk cId="4051929988" sldId="312"/>
            <ac:spMk id="11267" creationId="{DCB6E909-3791-4564-8B46-C91383322C60}"/>
          </ac:spMkLst>
        </pc:spChg>
      </pc:sldChg>
      <pc:sldChg chg="modSp mod">
        <pc:chgData name="张 炯杰" userId="2d331f25972451bb" providerId="LiveId" clId="{37D11E73-E09A-4FFD-AC80-749EACED93C3}" dt="2021-08-26T08:33:01.159" v="646" actId="20577"/>
        <pc:sldMkLst>
          <pc:docMk/>
          <pc:sldMk cId="2341891604" sldId="313"/>
        </pc:sldMkLst>
        <pc:spChg chg="mod">
          <ac:chgData name="张 炯杰" userId="2d331f25972451bb" providerId="LiveId" clId="{37D11E73-E09A-4FFD-AC80-749EACED93C3}" dt="2021-08-26T08:33:01.159" v="646" actId="20577"/>
          <ac:spMkLst>
            <pc:docMk/>
            <pc:sldMk cId="2341891604" sldId="313"/>
            <ac:spMk id="11267" creationId="{DCB6E909-3791-4564-8B46-C91383322C60}"/>
          </ac:spMkLst>
        </pc:spChg>
      </pc:sldChg>
      <pc:sldChg chg="addSp modSp mod">
        <pc:chgData name="张 炯杰" userId="2d331f25972451bb" providerId="LiveId" clId="{37D11E73-E09A-4FFD-AC80-749EACED93C3}" dt="2021-08-26T12:35:10.717" v="2013" actId="207"/>
        <pc:sldMkLst>
          <pc:docMk/>
          <pc:sldMk cId="881559280" sldId="314"/>
        </pc:sldMkLst>
        <pc:spChg chg="add mod">
          <ac:chgData name="张 炯杰" userId="2d331f25972451bb" providerId="LiveId" clId="{37D11E73-E09A-4FFD-AC80-749EACED93C3}" dt="2021-08-26T12:35:10.717" v="2013" actId="207"/>
          <ac:spMkLst>
            <pc:docMk/>
            <pc:sldMk cId="881559280" sldId="314"/>
            <ac:spMk id="4" creationId="{505C5DAF-D2F6-4E26-89F6-F42320FCA93D}"/>
          </ac:spMkLst>
        </pc:spChg>
        <pc:picChg chg="mod">
          <ac:chgData name="张 炯杰" userId="2d331f25972451bb" providerId="LiveId" clId="{37D11E73-E09A-4FFD-AC80-749EACED93C3}" dt="2021-08-26T12:33:49.378" v="1829" actId="1076"/>
          <ac:picMkLst>
            <pc:docMk/>
            <pc:sldMk cId="881559280" sldId="314"/>
            <ac:picMk id="7" creationId="{492B538A-6007-4A19-87A2-3DE594245730}"/>
          </ac:picMkLst>
        </pc:picChg>
      </pc:sldChg>
      <pc:sldChg chg="ord">
        <pc:chgData name="张 炯杰" userId="2d331f25972451bb" providerId="LiveId" clId="{37D11E73-E09A-4FFD-AC80-749EACED93C3}" dt="2021-08-26T12:51:04.218" v="2584"/>
        <pc:sldMkLst>
          <pc:docMk/>
          <pc:sldMk cId="955551606" sldId="317"/>
        </pc:sldMkLst>
      </pc:sldChg>
      <pc:sldChg chg="ord">
        <pc:chgData name="张 炯杰" userId="2d331f25972451bb" providerId="LiveId" clId="{37D11E73-E09A-4FFD-AC80-749EACED93C3}" dt="2021-08-26T12:50:31.524" v="2582"/>
        <pc:sldMkLst>
          <pc:docMk/>
          <pc:sldMk cId="107321982" sldId="318"/>
        </pc:sldMkLst>
      </pc:sldChg>
      <pc:sldChg chg="addSp modSp mod ord">
        <pc:chgData name="张 炯杰" userId="2d331f25972451bb" providerId="LiveId" clId="{37D11E73-E09A-4FFD-AC80-749EACED93C3}" dt="2021-08-26T12:50:31.524" v="2582"/>
        <pc:sldMkLst>
          <pc:docMk/>
          <pc:sldMk cId="2457979001" sldId="319"/>
        </pc:sldMkLst>
        <pc:spChg chg="add mod">
          <ac:chgData name="张 炯杰" userId="2d331f25972451bb" providerId="LiveId" clId="{37D11E73-E09A-4FFD-AC80-749EACED93C3}" dt="2021-08-26T08:31:18.040" v="620" actId="20577"/>
          <ac:spMkLst>
            <pc:docMk/>
            <pc:sldMk cId="2457979001" sldId="319"/>
            <ac:spMk id="4" creationId="{AB0251FA-1340-498F-A598-0159C0D0F640}"/>
          </ac:spMkLst>
        </pc:spChg>
      </pc:sldChg>
      <pc:sldChg chg="ord">
        <pc:chgData name="张 炯杰" userId="2d331f25972451bb" providerId="LiveId" clId="{37D11E73-E09A-4FFD-AC80-749EACED93C3}" dt="2021-08-26T12:49:32.912" v="2578"/>
        <pc:sldMkLst>
          <pc:docMk/>
          <pc:sldMk cId="2526267002" sldId="320"/>
        </pc:sldMkLst>
      </pc:sldChg>
      <pc:sldChg chg="ord">
        <pc:chgData name="张 炯杰" userId="2d331f25972451bb" providerId="LiveId" clId="{37D11E73-E09A-4FFD-AC80-749EACED93C3}" dt="2021-08-26T12:49:48.926" v="2580"/>
        <pc:sldMkLst>
          <pc:docMk/>
          <pc:sldMk cId="1940676081" sldId="321"/>
        </pc:sldMkLst>
      </pc:sldChg>
      <pc:sldChg chg="addSp modSp mod ord">
        <pc:chgData name="张 炯杰" userId="2d331f25972451bb" providerId="LiveId" clId="{37D11E73-E09A-4FFD-AC80-749EACED93C3}" dt="2021-08-26T12:50:31.524" v="2582"/>
        <pc:sldMkLst>
          <pc:docMk/>
          <pc:sldMk cId="1182478716" sldId="322"/>
        </pc:sldMkLst>
        <pc:spChg chg="mod">
          <ac:chgData name="张 炯杰" userId="2d331f25972451bb" providerId="LiveId" clId="{37D11E73-E09A-4FFD-AC80-749EACED93C3}" dt="2021-08-26T08:27:00.717" v="260" actId="20577"/>
          <ac:spMkLst>
            <pc:docMk/>
            <pc:sldMk cId="1182478716" sldId="322"/>
            <ac:spMk id="10" creationId="{A6E373D3-05C4-4C34-B06F-3D2399081A4F}"/>
          </ac:spMkLst>
        </pc:spChg>
        <pc:picChg chg="add mod">
          <ac:chgData name="张 炯杰" userId="2d331f25972451bb" providerId="LiveId" clId="{37D11E73-E09A-4FFD-AC80-749EACED93C3}" dt="2021-08-26T08:27:05.722" v="261" actId="1076"/>
          <ac:picMkLst>
            <pc:docMk/>
            <pc:sldMk cId="1182478716" sldId="322"/>
            <ac:picMk id="4" creationId="{361752F1-E73B-415B-935D-04B22C1A3A33}"/>
          </ac:picMkLst>
        </pc:picChg>
      </pc:sldChg>
      <pc:sldChg chg="modSp mod">
        <pc:chgData name="张 炯杰" userId="2d331f25972451bb" providerId="LiveId" clId="{37D11E73-E09A-4FFD-AC80-749EACED93C3}" dt="2021-08-26T08:23:44.657" v="251" actId="20577"/>
        <pc:sldMkLst>
          <pc:docMk/>
          <pc:sldMk cId="3709118303" sldId="323"/>
        </pc:sldMkLst>
        <pc:spChg chg="mod">
          <ac:chgData name="张 炯杰" userId="2d331f25972451bb" providerId="LiveId" clId="{37D11E73-E09A-4FFD-AC80-749EACED93C3}" dt="2021-08-26T08:23:44.657" v="251" actId="20577"/>
          <ac:spMkLst>
            <pc:docMk/>
            <pc:sldMk cId="3709118303" sldId="323"/>
            <ac:spMk id="2" creationId="{0B07412C-07EF-4ACB-9F8C-2D49C3077D00}"/>
          </ac:spMkLst>
        </pc:spChg>
      </pc:sldChg>
      <pc:sldChg chg="modSp mod">
        <pc:chgData name="张 炯杰" userId="2d331f25972451bb" providerId="LiveId" clId="{37D11E73-E09A-4FFD-AC80-749EACED93C3}" dt="2021-08-26T08:24:23.119" v="254" actId="12"/>
        <pc:sldMkLst>
          <pc:docMk/>
          <pc:sldMk cId="1997564802" sldId="324"/>
        </pc:sldMkLst>
        <pc:spChg chg="mod">
          <ac:chgData name="张 炯杰" userId="2d331f25972451bb" providerId="LiveId" clId="{37D11E73-E09A-4FFD-AC80-749EACED93C3}" dt="2021-08-26T08:24:23.119" v="254" actId="12"/>
          <ac:spMkLst>
            <pc:docMk/>
            <pc:sldMk cId="1997564802" sldId="324"/>
            <ac:spMk id="2" creationId="{0B07412C-07EF-4ACB-9F8C-2D49C3077D00}"/>
          </ac:spMkLst>
        </pc:spChg>
      </pc:sldChg>
      <pc:sldChg chg="addSp modSp mod ord">
        <pc:chgData name="张 炯杰" userId="2d331f25972451bb" providerId="LiveId" clId="{37D11E73-E09A-4FFD-AC80-749EACED93C3}" dt="2021-08-26T12:49:07.243" v="2576"/>
        <pc:sldMkLst>
          <pc:docMk/>
          <pc:sldMk cId="547760670" sldId="325"/>
        </pc:sldMkLst>
        <pc:picChg chg="add mod">
          <ac:chgData name="张 炯杰" userId="2d331f25972451bb" providerId="LiveId" clId="{37D11E73-E09A-4FFD-AC80-749EACED93C3}" dt="2021-08-26T09:41:57.448" v="1047" actId="1076"/>
          <ac:picMkLst>
            <pc:docMk/>
            <pc:sldMk cId="547760670" sldId="325"/>
            <ac:picMk id="5" creationId="{DF3FD630-CF70-42FC-BCC9-277E794314AC}"/>
          </ac:picMkLst>
        </pc:picChg>
      </pc:sldChg>
      <pc:sldChg chg="ord">
        <pc:chgData name="张 炯杰" userId="2d331f25972451bb" providerId="LiveId" clId="{37D11E73-E09A-4FFD-AC80-749EACED93C3}" dt="2021-08-26T09:39:38.670" v="1034"/>
        <pc:sldMkLst>
          <pc:docMk/>
          <pc:sldMk cId="2212917574" sldId="326"/>
        </pc:sldMkLst>
      </pc:sldChg>
      <pc:sldChg chg="addSp delSp modSp mod ord">
        <pc:chgData name="张 炯杰" userId="2d331f25972451bb" providerId="LiveId" clId="{37D11E73-E09A-4FFD-AC80-749EACED93C3}" dt="2021-08-26T11:48:18.524" v="1190" actId="14100"/>
        <pc:sldMkLst>
          <pc:docMk/>
          <pc:sldMk cId="1136017014" sldId="327"/>
        </pc:sldMkLst>
        <pc:spChg chg="mod">
          <ac:chgData name="张 炯杰" userId="2d331f25972451bb" providerId="LiveId" clId="{37D11E73-E09A-4FFD-AC80-749EACED93C3}" dt="2021-08-26T11:45:13.226" v="1062" actId="20577"/>
          <ac:spMkLst>
            <pc:docMk/>
            <pc:sldMk cId="1136017014" sldId="327"/>
            <ac:spMk id="2" creationId="{0B07412C-07EF-4ACB-9F8C-2D49C3077D00}"/>
          </ac:spMkLst>
        </pc:spChg>
        <pc:spChg chg="add mod">
          <ac:chgData name="张 炯杰" userId="2d331f25972451bb" providerId="LiveId" clId="{37D11E73-E09A-4FFD-AC80-749EACED93C3}" dt="2021-08-26T11:48:12.398" v="1189" actId="207"/>
          <ac:spMkLst>
            <pc:docMk/>
            <pc:sldMk cId="1136017014" sldId="327"/>
            <ac:spMk id="4" creationId="{88B2B108-F49D-4D39-8431-21AA5A6CCD69}"/>
          </ac:spMkLst>
        </pc:spChg>
        <pc:picChg chg="add mod">
          <ac:chgData name="张 炯杰" userId="2d331f25972451bb" providerId="LiveId" clId="{37D11E73-E09A-4FFD-AC80-749EACED93C3}" dt="2021-08-26T11:48:18.524" v="1190" actId="14100"/>
          <ac:picMkLst>
            <pc:docMk/>
            <pc:sldMk cId="1136017014" sldId="327"/>
            <ac:picMk id="1026" creationId="{F8D8C3E3-B68F-4129-978F-24E70733AC49}"/>
          </ac:picMkLst>
        </pc:picChg>
        <pc:picChg chg="add del">
          <ac:chgData name="张 炯杰" userId="2d331f25972451bb" providerId="LiveId" clId="{37D11E73-E09A-4FFD-AC80-749EACED93C3}" dt="2021-08-26T11:48:03.003" v="1177"/>
          <ac:picMkLst>
            <pc:docMk/>
            <pc:sldMk cId="1136017014" sldId="327"/>
            <ac:picMk id="1028" creationId="{151881E3-2515-4621-B0B3-CBAB6EC54BE7}"/>
          </ac:picMkLst>
        </pc:picChg>
      </pc:sldChg>
      <pc:sldChg chg="addSp delSp modSp add mod">
        <pc:chgData name="张 炯杰" userId="2d331f25972451bb" providerId="LiveId" clId="{37D11E73-E09A-4FFD-AC80-749EACED93C3}" dt="2021-08-26T12:47:25.356" v="2564" actId="20577"/>
        <pc:sldMkLst>
          <pc:docMk/>
          <pc:sldMk cId="719748351" sldId="328"/>
        </pc:sldMkLst>
        <pc:spChg chg="mod">
          <ac:chgData name="张 炯杰" userId="2d331f25972451bb" providerId="LiveId" clId="{37D11E73-E09A-4FFD-AC80-749EACED93C3}" dt="2021-08-26T08:03:29.987" v="13" actId="20577"/>
          <ac:spMkLst>
            <pc:docMk/>
            <pc:sldMk cId="719748351" sldId="328"/>
            <ac:spMk id="2" creationId="{0B07412C-07EF-4ACB-9F8C-2D49C3077D00}"/>
          </ac:spMkLst>
        </pc:spChg>
        <pc:spChg chg="add mod">
          <ac:chgData name="张 炯杰" userId="2d331f25972451bb" providerId="LiveId" clId="{37D11E73-E09A-4FFD-AC80-749EACED93C3}" dt="2021-08-26T12:47:25.356" v="2564" actId="20577"/>
          <ac:spMkLst>
            <pc:docMk/>
            <pc:sldMk cId="719748351" sldId="328"/>
            <ac:spMk id="9" creationId="{3B27261C-287E-4D4C-9CC3-E6A51B2D6A47}"/>
          </ac:spMkLst>
        </pc:spChg>
        <pc:picChg chg="add mod">
          <ac:chgData name="张 炯杰" userId="2d331f25972451bb" providerId="LiveId" clId="{37D11E73-E09A-4FFD-AC80-749EACED93C3}" dt="2021-08-26T08:22:47.946" v="250" actId="1076"/>
          <ac:picMkLst>
            <pc:docMk/>
            <pc:sldMk cId="719748351" sldId="328"/>
            <ac:picMk id="5" creationId="{AFFB0B7A-7AB5-47F6-9D66-A4B293122496}"/>
          </ac:picMkLst>
        </pc:picChg>
        <pc:picChg chg="del">
          <ac:chgData name="张 炯杰" userId="2d331f25972451bb" providerId="LiveId" clId="{37D11E73-E09A-4FFD-AC80-749EACED93C3}" dt="2021-08-26T08:03:25.747" v="12" actId="478"/>
          <ac:picMkLst>
            <pc:docMk/>
            <pc:sldMk cId="719748351" sldId="328"/>
            <ac:picMk id="7" creationId="{492B538A-6007-4A19-87A2-3DE594245730}"/>
          </ac:picMkLst>
        </pc:picChg>
        <pc:picChg chg="add mod">
          <ac:chgData name="张 炯杰" userId="2d331f25972451bb" providerId="LiveId" clId="{37D11E73-E09A-4FFD-AC80-749EACED93C3}" dt="2021-08-26T08:20:56.041" v="32" actId="1076"/>
          <ac:picMkLst>
            <pc:docMk/>
            <pc:sldMk cId="719748351" sldId="328"/>
            <ac:picMk id="8" creationId="{B3BB19BA-681D-47BB-AC01-54A202AFA6EB}"/>
          </ac:picMkLst>
        </pc:picChg>
      </pc:sldChg>
      <pc:sldChg chg="addSp delSp modSp add mod">
        <pc:chgData name="张 炯杰" userId="2d331f25972451bb" providerId="LiveId" clId="{37D11E73-E09A-4FFD-AC80-749EACED93C3}" dt="2021-08-26T09:29:02.012" v="989" actId="20577"/>
        <pc:sldMkLst>
          <pc:docMk/>
          <pc:sldMk cId="2642555672" sldId="329"/>
        </pc:sldMkLst>
        <pc:spChg chg="mod">
          <ac:chgData name="张 炯杰" userId="2d331f25972451bb" providerId="LiveId" clId="{37D11E73-E09A-4FFD-AC80-749EACED93C3}" dt="2021-08-26T09:10:06.235" v="670" actId="20577"/>
          <ac:spMkLst>
            <pc:docMk/>
            <pc:sldMk cId="2642555672" sldId="329"/>
            <ac:spMk id="4" creationId="{375863A5-7842-45D4-9B2F-D10EA86FF288}"/>
          </ac:spMkLst>
        </pc:spChg>
        <pc:spChg chg="add del mod">
          <ac:chgData name="张 炯杰" userId="2d331f25972451bb" providerId="LiveId" clId="{37D11E73-E09A-4FFD-AC80-749EACED93C3}" dt="2021-08-26T09:29:02.012" v="989" actId="20577"/>
          <ac:spMkLst>
            <pc:docMk/>
            <pc:sldMk cId="2642555672" sldId="329"/>
            <ac:spMk id="5" creationId="{A287FE23-E6C1-4C98-A474-9F2FF924081F}"/>
          </ac:spMkLst>
        </pc:spChg>
        <pc:graphicFrameChg chg="add del mod">
          <ac:chgData name="张 炯杰" userId="2d331f25972451bb" providerId="LiveId" clId="{37D11E73-E09A-4FFD-AC80-749EACED93C3}" dt="2021-08-26T09:12:10.957" v="676" actId="478"/>
          <ac:graphicFrameMkLst>
            <pc:docMk/>
            <pc:sldMk cId="2642555672" sldId="329"/>
            <ac:graphicFrameMk id="2" creationId="{0FFC443B-5B3A-476E-A682-4BB745CC16C0}"/>
          </ac:graphicFrameMkLst>
        </pc:graphicFrameChg>
        <pc:graphicFrameChg chg="add mod">
          <ac:chgData name="张 炯杰" userId="2d331f25972451bb" providerId="LiveId" clId="{37D11E73-E09A-4FFD-AC80-749EACED93C3}" dt="2021-08-26T09:26:33.374" v="846"/>
          <ac:graphicFrameMkLst>
            <pc:docMk/>
            <pc:sldMk cId="2642555672" sldId="329"/>
            <ac:graphicFrameMk id="3" creationId="{21CB7A88-8A12-4021-A44B-EEF07CBF47BF}"/>
          </ac:graphicFrameMkLst>
        </pc:graphicFrameChg>
        <pc:picChg chg="add mod">
          <ac:chgData name="张 炯杰" userId="2d331f25972451bb" providerId="LiveId" clId="{37D11E73-E09A-4FFD-AC80-749EACED93C3}" dt="2021-08-26T09:26:20.095" v="845" actId="1076"/>
          <ac:picMkLst>
            <pc:docMk/>
            <pc:sldMk cId="2642555672" sldId="329"/>
            <ac:picMk id="7" creationId="{5C7BBB75-CDC0-4F81-AF49-A8340EB0788D}"/>
          </ac:picMkLst>
        </pc:picChg>
        <pc:picChg chg="del">
          <ac:chgData name="张 炯杰" userId="2d331f25972451bb" providerId="LiveId" clId="{37D11E73-E09A-4FFD-AC80-749EACED93C3}" dt="2021-08-26T09:09:42.953" v="648" actId="478"/>
          <ac:picMkLst>
            <pc:docMk/>
            <pc:sldMk cId="2642555672" sldId="329"/>
            <ac:picMk id="8" creationId="{D0B01CBF-C52F-43AF-AFC6-0262BBA0D5F6}"/>
          </ac:picMkLst>
        </pc:picChg>
      </pc:sldChg>
      <pc:sldChg chg="addSp delSp modSp add del mod">
        <pc:chgData name="张 炯杰" userId="2d331f25972451bb" providerId="LiveId" clId="{37D11E73-E09A-4FFD-AC80-749EACED93C3}" dt="2021-08-26T11:57:13.786" v="1207" actId="47"/>
        <pc:sldMkLst>
          <pc:docMk/>
          <pc:sldMk cId="875342047" sldId="330"/>
        </pc:sldMkLst>
        <pc:spChg chg="add del mod">
          <ac:chgData name="张 炯杰" userId="2d331f25972451bb" providerId="LiveId" clId="{37D11E73-E09A-4FFD-AC80-749EACED93C3}" dt="2021-08-26T11:56:40.787" v="1201" actId="478"/>
          <ac:spMkLst>
            <pc:docMk/>
            <pc:sldMk cId="875342047" sldId="330"/>
            <ac:spMk id="2" creationId="{F4D9F37C-D728-4781-A3CD-03DD0FFC671D}"/>
          </ac:spMkLst>
        </pc:spChg>
        <pc:spChg chg="del mod">
          <ac:chgData name="张 炯杰" userId="2d331f25972451bb" providerId="LiveId" clId="{37D11E73-E09A-4FFD-AC80-749EACED93C3}" dt="2021-08-26T11:56:44.766" v="1203" actId="478"/>
          <ac:spMkLst>
            <pc:docMk/>
            <pc:sldMk cId="875342047" sldId="330"/>
            <ac:spMk id="7" creationId="{953B14F4-E968-4167-83B5-B5B6320851EA}"/>
          </ac:spMkLst>
        </pc:spChg>
        <pc:spChg chg="del">
          <ac:chgData name="张 炯杰" userId="2d331f25972451bb" providerId="LiveId" clId="{37D11E73-E09A-4FFD-AC80-749EACED93C3}" dt="2021-08-26T11:56:38.630" v="1200" actId="478"/>
          <ac:spMkLst>
            <pc:docMk/>
            <pc:sldMk cId="875342047" sldId="330"/>
            <ac:spMk id="8" creationId="{3030498F-31C3-46FF-916A-15CA5159F9E3}"/>
          </ac:spMkLst>
        </pc:spChg>
      </pc:sldChg>
      <pc:sldChg chg="addSp delSp modSp add mod">
        <pc:chgData name="张 炯杰" userId="2d331f25972451bb" providerId="LiveId" clId="{37D11E73-E09A-4FFD-AC80-749EACED93C3}" dt="2021-08-27T09:01:18.127" v="6530" actId="207"/>
        <pc:sldMkLst>
          <pc:docMk/>
          <pc:sldMk cId="1436166334" sldId="330"/>
        </pc:sldMkLst>
        <pc:spChg chg="add mod">
          <ac:chgData name="张 炯杰" userId="2d331f25972451bb" providerId="LiveId" clId="{37D11E73-E09A-4FFD-AC80-749EACED93C3}" dt="2021-08-27T09:01:18.127" v="6530" actId="207"/>
          <ac:spMkLst>
            <pc:docMk/>
            <pc:sldMk cId="1436166334" sldId="330"/>
            <ac:spMk id="2" creationId="{38137AF2-1CF9-4DA1-BFE7-3B56B649DBB8}"/>
          </ac:spMkLst>
        </pc:spChg>
        <pc:spChg chg="mod">
          <ac:chgData name="张 炯杰" userId="2d331f25972451bb" providerId="LiveId" clId="{37D11E73-E09A-4FFD-AC80-749EACED93C3}" dt="2021-08-26T12:25:41.744" v="1823" actId="255"/>
          <ac:spMkLst>
            <pc:docMk/>
            <pc:sldMk cId="1436166334" sldId="330"/>
            <ac:spMk id="4" creationId="{375863A5-7842-45D4-9B2F-D10EA86FF288}"/>
          </ac:spMkLst>
        </pc:spChg>
        <pc:spChg chg="del">
          <ac:chgData name="张 炯杰" userId="2d331f25972451bb" providerId="LiveId" clId="{37D11E73-E09A-4FFD-AC80-749EACED93C3}" dt="2021-08-26T12:22:57.384" v="1747" actId="478"/>
          <ac:spMkLst>
            <pc:docMk/>
            <pc:sldMk cId="1436166334" sldId="330"/>
            <ac:spMk id="5" creationId="{A287FE23-E6C1-4C98-A474-9F2FF924081F}"/>
          </ac:spMkLst>
        </pc:spChg>
        <pc:graphicFrameChg chg="del">
          <ac:chgData name="张 炯杰" userId="2d331f25972451bb" providerId="LiveId" clId="{37D11E73-E09A-4FFD-AC80-749EACED93C3}" dt="2021-08-26T12:22:51.639" v="1745" actId="478"/>
          <ac:graphicFrameMkLst>
            <pc:docMk/>
            <pc:sldMk cId="1436166334" sldId="330"/>
            <ac:graphicFrameMk id="3" creationId="{21CB7A88-8A12-4021-A44B-EEF07CBF47BF}"/>
          </ac:graphicFrameMkLst>
        </pc:graphicFrameChg>
        <pc:picChg chg="add mod">
          <ac:chgData name="张 炯杰" userId="2d331f25972451bb" providerId="LiveId" clId="{37D11E73-E09A-4FFD-AC80-749EACED93C3}" dt="2021-08-27T08:55:01.188" v="5670" actId="1076"/>
          <ac:picMkLst>
            <pc:docMk/>
            <pc:sldMk cId="1436166334" sldId="330"/>
            <ac:picMk id="6" creationId="{D6264904-3511-4F5B-A3CF-0A73304CEBB4}"/>
          </ac:picMkLst>
        </pc:picChg>
        <pc:picChg chg="del">
          <ac:chgData name="张 炯杰" userId="2d331f25972451bb" providerId="LiveId" clId="{37D11E73-E09A-4FFD-AC80-749EACED93C3}" dt="2021-08-26T12:22:52.411" v="1746" actId="478"/>
          <ac:picMkLst>
            <pc:docMk/>
            <pc:sldMk cId="1436166334" sldId="330"/>
            <ac:picMk id="7" creationId="{5C7BBB75-CDC0-4F81-AF49-A8340EB0788D}"/>
          </ac:picMkLst>
        </pc:picChg>
      </pc:sldChg>
      <pc:sldChg chg="add del">
        <pc:chgData name="张 炯杰" userId="2d331f25972451bb" providerId="LiveId" clId="{37D11E73-E09A-4FFD-AC80-749EACED93C3}" dt="2021-08-26T12:19:54.044" v="1675" actId="47"/>
        <pc:sldMkLst>
          <pc:docMk/>
          <pc:sldMk cId="2200004900" sldId="330"/>
        </pc:sldMkLst>
      </pc:sldChg>
      <pc:sldChg chg="addSp delSp modSp add del">
        <pc:chgData name="张 炯杰" userId="2d331f25972451bb" providerId="LiveId" clId="{37D11E73-E09A-4FFD-AC80-749EACED93C3}" dt="2021-08-26T12:14:26.403" v="1209" actId="2696"/>
        <pc:sldMkLst>
          <pc:docMk/>
          <pc:sldMk cId="556577867" sldId="331"/>
        </pc:sldMkLst>
        <pc:spChg chg="add mod">
          <ac:chgData name="张 炯杰" userId="2d331f25972451bb" providerId="LiveId" clId="{37D11E73-E09A-4FFD-AC80-749EACED93C3}" dt="2021-08-26T11:57:18.330" v="1208" actId="478"/>
          <ac:spMkLst>
            <pc:docMk/>
            <pc:sldMk cId="556577867" sldId="331"/>
            <ac:spMk id="2" creationId="{7CB5F355-7E30-4EC0-B6DC-08D720853DE8}"/>
          </ac:spMkLst>
        </pc:spChg>
        <pc:spChg chg="del">
          <ac:chgData name="张 炯杰" userId="2d331f25972451bb" providerId="LiveId" clId="{37D11E73-E09A-4FFD-AC80-749EACED93C3}" dt="2021-08-26T11:57:18.330" v="1208" actId="478"/>
          <ac:spMkLst>
            <pc:docMk/>
            <pc:sldMk cId="556577867" sldId="331"/>
            <ac:spMk id="8" creationId="{3030498F-31C3-46FF-916A-15CA5159F9E3}"/>
          </ac:spMkLst>
        </pc:spChg>
      </pc:sldChg>
      <pc:sldChg chg="delSp modSp add mod">
        <pc:chgData name="张 炯杰" userId="2d331f25972451bb" providerId="LiveId" clId="{37D11E73-E09A-4FFD-AC80-749EACED93C3}" dt="2021-08-27T08:52:08.489" v="5658" actId="114"/>
        <pc:sldMkLst>
          <pc:docMk/>
          <pc:sldMk cId="4001051619" sldId="331"/>
        </pc:sldMkLst>
        <pc:spChg chg="del">
          <ac:chgData name="张 炯杰" userId="2d331f25972451bb" providerId="LiveId" clId="{37D11E73-E09A-4FFD-AC80-749EACED93C3}" dt="2021-08-27T08:33:05.587" v="3708" actId="478"/>
          <ac:spMkLst>
            <pc:docMk/>
            <pc:sldMk cId="4001051619" sldId="331"/>
            <ac:spMk id="2" creationId="{4626F3AC-AF06-40C8-96D2-698660296017}"/>
          </ac:spMkLst>
        </pc:spChg>
        <pc:spChg chg="mod">
          <ac:chgData name="张 炯杰" userId="2d331f25972451bb" providerId="LiveId" clId="{37D11E73-E09A-4FFD-AC80-749EACED93C3}" dt="2021-08-27T08:52:08.489" v="5658" actId="114"/>
          <ac:spMkLst>
            <pc:docMk/>
            <pc:sldMk cId="4001051619" sldId="331"/>
            <ac:spMk id="7" creationId="{953B14F4-E968-4167-83B5-B5B6320851EA}"/>
          </ac:spMkLst>
        </pc:spChg>
        <pc:spChg chg="mod">
          <ac:chgData name="张 炯杰" userId="2d331f25972451bb" providerId="LiveId" clId="{37D11E73-E09A-4FFD-AC80-749EACED93C3}" dt="2021-08-27T08:33:57.678" v="3802" actId="20577"/>
          <ac:spMkLst>
            <pc:docMk/>
            <pc:sldMk cId="4001051619" sldId="331"/>
            <ac:spMk id="8195" creationId="{20320BBE-37F5-4C31-A7FF-55EC6D92DF30}"/>
          </ac:spMkLst>
        </pc:spChg>
        <pc:picChg chg="del">
          <ac:chgData name="张 炯杰" userId="2d331f25972451bb" providerId="LiveId" clId="{37D11E73-E09A-4FFD-AC80-749EACED93C3}" dt="2021-08-27T08:33:04.161" v="3707" actId="478"/>
          <ac:picMkLst>
            <pc:docMk/>
            <pc:sldMk cId="4001051619" sldId="331"/>
            <ac:picMk id="9" creationId="{B1DF878B-6D4D-4AD9-A692-B00F1B3FAD65}"/>
          </ac:picMkLst>
        </pc:picChg>
      </pc:sldChg>
      <pc:sldChg chg="addSp delSp modSp add mod">
        <pc:chgData name="张 炯杰" userId="2d331f25972451bb" providerId="LiveId" clId="{37D11E73-E09A-4FFD-AC80-749EACED93C3}" dt="2021-08-27T09:28:11.926" v="8154" actId="313"/>
        <pc:sldMkLst>
          <pc:docMk/>
          <pc:sldMk cId="4018277288" sldId="332"/>
        </pc:sldMkLst>
        <pc:spChg chg="del">
          <ac:chgData name="张 炯杰" userId="2d331f25972451bb" providerId="LiveId" clId="{37D11E73-E09A-4FFD-AC80-749EACED93C3}" dt="2021-08-27T09:04:52.236" v="6570" actId="478"/>
          <ac:spMkLst>
            <pc:docMk/>
            <pc:sldMk cId="4018277288" sldId="332"/>
            <ac:spMk id="2" creationId="{4626F3AC-AF06-40C8-96D2-698660296017}"/>
          </ac:spMkLst>
        </pc:spChg>
        <pc:spChg chg="del">
          <ac:chgData name="张 炯杰" userId="2d331f25972451bb" providerId="LiveId" clId="{37D11E73-E09A-4FFD-AC80-749EACED93C3}" dt="2021-08-27T09:05:05.355" v="6571" actId="478"/>
          <ac:spMkLst>
            <pc:docMk/>
            <pc:sldMk cId="4018277288" sldId="332"/>
            <ac:spMk id="7" creationId="{953B14F4-E968-4167-83B5-B5B6320851EA}"/>
          </ac:spMkLst>
        </pc:spChg>
        <pc:spChg chg="add mod">
          <ac:chgData name="张 炯杰" userId="2d331f25972451bb" providerId="LiveId" clId="{37D11E73-E09A-4FFD-AC80-749EACED93C3}" dt="2021-08-27T09:28:11.926" v="8154" actId="313"/>
          <ac:spMkLst>
            <pc:docMk/>
            <pc:sldMk cId="4018277288" sldId="332"/>
            <ac:spMk id="8" creationId="{97D27CC3-A4F4-4BE6-A25B-6EDFF4684E0F}"/>
          </ac:spMkLst>
        </pc:spChg>
        <pc:spChg chg="mod">
          <ac:chgData name="张 炯杰" userId="2d331f25972451bb" providerId="LiveId" clId="{37D11E73-E09A-4FFD-AC80-749EACED93C3}" dt="2021-08-27T09:03:59.540" v="6568" actId="20577"/>
          <ac:spMkLst>
            <pc:docMk/>
            <pc:sldMk cId="4018277288" sldId="332"/>
            <ac:spMk id="8195" creationId="{20320BBE-37F5-4C31-A7FF-55EC6D92DF30}"/>
          </ac:spMkLst>
        </pc:spChg>
        <pc:picChg chg="del">
          <ac:chgData name="张 炯杰" userId="2d331f25972451bb" providerId="LiveId" clId="{37D11E73-E09A-4FFD-AC80-749EACED93C3}" dt="2021-08-27T09:04:50.624" v="6569" actId="478"/>
          <ac:picMkLst>
            <pc:docMk/>
            <pc:sldMk cId="4018277288" sldId="332"/>
            <ac:picMk id="9" creationId="{B1DF878B-6D4D-4AD9-A692-B00F1B3FAD65}"/>
          </ac:picMkLst>
        </pc:picChg>
      </pc:sldChg>
    </pc:docChg>
  </pc:docChgLst>
  <pc:docChgLst>
    <pc:chgData name="张 炯杰" userId="2d331f25972451bb" providerId="LiveId" clId="{FE57B4C0-9E77-48FC-B23E-E14777C1C216}"/>
    <pc:docChg chg="undo redo custSel addSld delSld modSld sldOrd">
      <pc:chgData name="张 炯杰" userId="2d331f25972451bb" providerId="LiveId" clId="{FE57B4C0-9E77-48FC-B23E-E14777C1C216}" dt="2021-08-12T14:16:21.032" v="15198"/>
      <pc:docMkLst>
        <pc:docMk/>
      </pc:docMkLst>
      <pc:sldChg chg="addSp delSp modSp mod ord">
        <pc:chgData name="张 炯杰" userId="2d331f25972451bb" providerId="LiveId" clId="{FE57B4C0-9E77-48FC-B23E-E14777C1C216}" dt="2021-08-10T07:38:07.231" v="12072" actId="21"/>
        <pc:sldMkLst>
          <pc:docMk/>
          <pc:sldMk cId="0" sldId="288"/>
        </pc:sldMkLst>
        <pc:spChg chg="add del mod">
          <ac:chgData name="张 炯杰" userId="2d331f25972451bb" providerId="LiveId" clId="{FE57B4C0-9E77-48FC-B23E-E14777C1C216}" dt="2021-08-10T07:38:07.231" v="12072" actId="21"/>
          <ac:spMkLst>
            <pc:docMk/>
            <pc:sldMk cId="0" sldId="288"/>
            <ac:spMk id="7" creationId="{F48B763B-0CCF-4009-949B-0F1785651F74}"/>
          </ac:spMkLst>
        </pc:spChg>
        <pc:spChg chg="mod">
          <ac:chgData name="张 炯杰" userId="2d331f25972451bb" providerId="LiveId" clId="{FE57B4C0-9E77-48FC-B23E-E14777C1C216}" dt="2021-08-09T07:28:23.877" v="4879" actId="207"/>
          <ac:spMkLst>
            <pc:docMk/>
            <pc:sldMk cId="0" sldId="288"/>
            <ac:spMk id="7172" creationId="{451C0016-17D0-4ED5-A215-40D6FB2F8322}"/>
          </ac:spMkLst>
        </pc:spChg>
        <pc:picChg chg="mod">
          <ac:chgData name="张 炯杰" userId="2d331f25972451bb" providerId="LiveId" clId="{FE57B4C0-9E77-48FC-B23E-E14777C1C216}" dt="2021-08-09T07:51:31.253" v="5017" actId="1076"/>
          <ac:picMkLst>
            <pc:docMk/>
            <pc:sldMk cId="0" sldId="288"/>
            <ac:picMk id="8197" creationId="{4DD590CA-FA3E-4D74-B24E-8F50755569A3}"/>
          </ac:picMkLst>
        </pc:picChg>
        <pc:picChg chg="mod">
          <ac:chgData name="张 炯杰" userId="2d331f25972451bb" providerId="LiveId" clId="{FE57B4C0-9E77-48FC-B23E-E14777C1C216}" dt="2021-08-09T07:28:17.551" v="4876" actId="1076"/>
          <ac:picMkLst>
            <pc:docMk/>
            <pc:sldMk cId="0" sldId="288"/>
            <ac:picMk id="8198" creationId="{60E17735-6EC0-4383-AE74-0AAF8A74EDB9}"/>
          </ac:picMkLst>
        </pc:picChg>
      </pc:sldChg>
      <pc:sldChg chg="addSp delSp del mod">
        <pc:chgData name="张 炯杰" userId="2d331f25972451bb" providerId="LiveId" clId="{FE57B4C0-9E77-48FC-B23E-E14777C1C216}" dt="2021-08-09T05:34:29.353" v="2176" actId="2696"/>
        <pc:sldMkLst>
          <pc:docMk/>
          <pc:sldMk cId="0" sldId="289"/>
        </pc:sldMkLst>
        <pc:spChg chg="add del">
          <ac:chgData name="张 炯杰" userId="2d331f25972451bb" providerId="LiveId" clId="{FE57B4C0-9E77-48FC-B23E-E14777C1C216}" dt="2021-08-09T05:34:24.150" v="2174" actId="22"/>
          <ac:spMkLst>
            <pc:docMk/>
            <pc:sldMk cId="0" sldId="289"/>
            <ac:spMk id="5" creationId="{880110F6-544D-411C-BB3F-301130BA64A9}"/>
          </ac:spMkLst>
        </pc:spChg>
      </pc:sldChg>
      <pc:sldChg chg="modSp mod">
        <pc:chgData name="张 炯杰" userId="2d331f25972451bb" providerId="LiveId" clId="{FE57B4C0-9E77-48FC-B23E-E14777C1C216}" dt="2021-08-09T11:41:38.551" v="5797" actId="5793"/>
        <pc:sldMkLst>
          <pc:docMk/>
          <pc:sldMk cId="0" sldId="291"/>
        </pc:sldMkLst>
        <pc:spChg chg="mod">
          <ac:chgData name="张 炯杰" userId="2d331f25972451bb" providerId="LiveId" clId="{FE57B4C0-9E77-48FC-B23E-E14777C1C216}" dt="2021-08-09T11:41:38.551" v="5797" actId="5793"/>
          <ac:spMkLst>
            <pc:docMk/>
            <pc:sldMk cId="0" sldId="291"/>
            <ac:spMk id="4" creationId="{8129AFB1-7D05-4D65-A333-9559AA8002F9}"/>
          </ac:spMkLst>
        </pc:spChg>
        <pc:spChg chg="mod">
          <ac:chgData name="张 炯杰" userId="2d331f25972451bb" providerId="LiveId" clId="{FE57B4C0-9E77-48FC-B23E-E14777C1C216}" dt="2021-08-09T09:05:39.993" v="5244" actId="207"/>
          <ac:spMkLst>
            <pc:docMk/>
            <pc:sldMk cId="0" sldId="291"/>
            <ac:spMk id="5" creationId="{6701F47A-7C60-4384-871F-0134852D82F1}"/>
          </ac:spMkLst>
        </pc:spChg>
      </pc:sldChg>
      <pc:sldChg chg="modSp mod">
        <pc:chgData name="张 炯杰" userId="2d331f25972451bb" providerId="LiveId" clId="{FE57B4C0-9E77-48FC-B23E-E14777C1C216}" dt="2021-08-09T09:06:04.806" v="5245" actId="207"/>
        <pc:sldMkLst>
          <pc:docMk/>
          <pc:sldMk cId="0" sldId="292"/>
        </pc:sldMkLst>
        <pc:spChg chg="mod">
          <ac:chgData name="张 炯杰" userId="2d331f25972451bb" providerId="LiveId" clId="{FE57B4C0-9E77-48FC-B23E-E14777C1C216}" dt="2021-08-09T09:06:04.806" v="5245" actId="207"/>
          <ac:spMkLst>
            <pc:docMk/>
            <pc:sldMk cId="0" sldId="292"/>
            <ac:spMk id="4" creationId="{375863A5-7842-45D4-9B2F-D10EA86FF288}"/>
          </ac:spMkLst>
        </pc:spChg>
      </pc:sldChg>
      <pc:sldChg chg="addSp modSp mod ord">
        <pc:chgData name="张 炯杰" userId="2d331f25972451bb" providerId="LiveId" clId="{FE57B4C0-9E77-48FC-B23E-E14777C1C216}" dt="2021-08-12T11:33:09.438" v="13619" actId="20577"/>
        <pc:sldMkLst>
          <pc:docMk/>
          <pc:sldMk cId="1804772395" sldId="293"/>
        </pc:sldMkLst>
        <pc:spChg chg="mod">
          <ac:chgData name="张 炯杰" userId="2d331f25972451bb" providerId="LiveId" clId="{FE57B4C0-9E77-48FC-B23E-E14777C1C216}" dt="2021-08-11T00:50:49.262" v="13592" actId="20577"/>
          <ac:spMkLst>
            <pc:docMk/>
            <pc:sldMk cId="1804772395" sldId="293"/>
            <ac:spMk id="2" creationId="{0B07412C-07EF-4ACB-9F8C-2D49C3077D00}"/>
          </ac:spMkLst>
        </pc:spChg>
        <pc:spChg chg="add mod">
          <ac:chgData name="张 炯杰" userId="2d331f25972451bb" providerId="LiveId" clId="{FE57B4C0-9E77-48FC-B23E-E14777C1C216}" dt="2021-08-10T01:03:24.394" v="9732" actId="207"/>
          <ac:spMkLst>
            <pc:docMk/>
            <pc:sldMk cId="1804772395" sldId="293"/>
            <ac:spMk id="3" creationId="{3B60F018-7F14-4468-B963-A5733021948A}"/>
          </ac:spMkLst>
        </pc:spChg>
        <pc:spChg chg="mod">
          <ac:chgData name="张 炯杰" userId="2d331f25972451bb" providerId="LiveId" clId="{FE57B4C0-9E77-48FC-B23E-E14777C1C216}" dt="2021-08-12T11:33:09.438" v="13619" actId="20577"/>
          <ac:spMkLst>
            <pc:docMk/>
            <pc:sldMk cId="1804772395" sldId="293"/>
            <ac:spMk id="12291" creationId="{460FF6E3-11D7-48B2-AB15-505C0B5202C5}"/>
          </ac:spMkLst>
        </pc:spChg>
        <pc:picChg chg="add mod">
          <ac:chgData name="张 炯杰" userId="2d331f25972451bb" providerId="LiveId" clId="{FE57B4C0-9E77-48FC-B23E-E14777C1C216}" dt="2021-08-10T11:29:08.151" v="12387" actId="1076"/>
          <ac:picMkLst>
            <pc:docMk/>
            <pc:sldMk cId="1804772395" sldId="293"/>
            <ac:picMk id="1026" creationId="{3B3E2AB0-B745-4896-8EA6-6F34442FDC4D}"/>
          </ac:picMkLst>
        </pc:picChg>
      </pc:sldChg>
      <pc:sldChg chg="modSp ord">
        <pc:chgData name="张 炯杰" userId="2d331f25972451bb" providerId="LiveId" clId="{FE57B4C0-9E77-48FC-B23E-E14777C1C216}" dt="2021-08-10T07:44:06.161" v="12141"/>
        <pc:sldMkLst>
          <pc:docMk/>
          <pc:sldMk cId="614414706" sldId="298"/>
        </pc:sldMkLst>
        <pc:spChg chg="mod">
          <ac:chgData name="张 炯杰" userId="2d331f25972451bb" providerId="LiveId" clId="{FE57B4C0-9E77-48FC-B23E-E14777C1C216}" dt="2021-08-05T02:34:56.916" v="0" actId="20578"/>
          <ac:spMkLst>
            <pc:docMk/>
            <pc:sldMk cId="614414706" sldId="298"/>
            <ac:spMk id="8" creationId="{3030498F-31C3-46FF-916A-15CA5159F9E3}"/>
          </ac:spMkLst>
        </pc:spChg>
      </pc:sldChg>
      <pc:sldChg chg="ord">
        <pc:chgData name="张 炯杰" userId="2d331f25972451bb" providerId="LiveId" clId="{FE57B4C0-9E77-48FC-B23E-E14777C1C216}" dt="2021-08-10T07:44:16.952" v="12143"/>
        <pc:sldMkLst>
          <pc:docMk/>
          <pc:sldMk cId="3104535302" sldId="299"/>
        </pc:sldMkLst>
      </pc:sldChg>
      <pc:sldChg chg="ord">
        <pc:chgData name="张 炯杰" userId="2d331f25972451bb" providerId="LiveId" clId="{FE57B4C0-9E77-48FC-B23E-E14777C1C216}" dt="2021-08-10T07:45:54.847" v="12145"/>
        <pc:sldMkLst>
          <pc:docMk/>
          <pc:sldMk cId="3340923528" sldId="300"/>
        </pc:sldMkLst>
      </pc:sldChg>
      <pc:sldChg chg="addSp delSp modSp add del mod ord setBg">
        <pc:chgData name="张 炯杰" userId="2d331f25972451bb" providerId="LiveId" clId="{FE57B4C0-9E77-48FC-B23E-E14777C1C216}" dt="2021-08-10T08:14:17.032" v="12170" actId="2696"/>
        <pc:sldMkLst>
          <pc:docMk/>
          <pc:sldMk cId="2667623112" sldId="301"/>
        </pc:sldMkLst>
        <pc:spChg chg="mod">
          <ac:chgData name="张 炯杰" userId="2d331f25972451bb" providerId="LiveId" clId="{FE57B4C0-9E77-48FC-B23E-E14777C1C216}" dt="2021-08-09T13:38:56.884" v="6898" actId="20577"/>
          <ac:spMkLst>
            <pc:docMk/>
            <pc:sldMk cId="2667623112" sldId="301"/>
            <ac:spMk id="2" creationId="{0B07412C-07EF-4ACB-9F8C-2D49C3077D00}"/>
          </ac:spMkLst>
        </pc:spChg>
        <pc:spChg chg="add mod">
          <ac:chgData name="张 炯杰" userId="2d331f25972451bb" providerId="LiveId" clId="{FE57B4C0-9E77-48FC-B23E-E14777C1C216}" dt="2021-08-05T05:26:05.771" v="77"/>
          <ac:spMkLst>
            <pc:docMk/>
            <pc:sldMk cId="2667623112" sldId="301"/>
            <ac:spMk id="3" creationId="{02587CA1-C831-4F5A-A2B8-E54D9BC819EB}"/>
          </ac:spMkLst>
        </pc:spChg>
        <pc:spChg chg="add del mod">
          <ac:chgData name="张 炯杰" userId="2d331f25972451bb" providerId="LiveId" clId="{FE57B4C0-9E77-48FC-B23E-E14777C1C216}" dt="2021-08-05T05:26:23.930" v="83" actId="478"/>
          <ac:spMkLst>
            <pc:docMk/>
            <pc:sldMk cId="2667623112" sldId="301"/>
            <ac:spMk id="6" creationId="{859F1485-C0CA-4C37-B273-D4FB195E5616}"/>
          </ac:spMkLst>
        </pc:spChg>
        <pc:spChg chg="mod">
          <ac:chgData name="张 炯杰" userId="2d331f25972451bb" providerId="LiveId" clId="{FE57B4C0-9E77-48FC-B23E-E14777C1C216}" dt="2021-08-05T05:42:54.970" v="95" actId="14100"/>
          <ac:spMkLst>
            <pc:docMk/>
            <pc:sldMk cId="2667623112" sldId="301"/>
            <ac:spMk id="12291" creationId="{460FF6E3-11D7-48B2-AB15-505C0B5202C5}"/>
          </ac:spMkLst>
        </pc:spChg>
        <pc:graphicFrameChg chg="add del mod">
          <ac:chgData name="张 炯杰" userId="2d331f25972451bb" providerId="LiveId" clId="{FE57B4C0-9E77-48FC-B23E-E14777C1C216}" dt="2021-08-05T05:26:26.441" v="84" actId="478"/>
          <ac:graphicFrameMkLst>
            <pc:docMk/>
            <pc:sldMk cId="2667623112" sldId="301"/>
            <ac:graphicFrameMk id="5" creationId="{60C17372-56B8-4A2D-AEA8-F2200E07242D}"/>
          </ac:graphicFrameMkLst>
        </pc:graphicFrameChg>
        <pc:picChg chg="del">
          <ac:chgData name="张 炯杰" userId="2d331f25972451bb" providerId="LiveId" clId="{FE57B4C0-9E77-48FC-B23E-E14777C1C216}" dt="2021-08-05T05:24:34.594" v="13" actId="478"/>
          <ac:picMkLst>
            <pc:docMk/>
            <pc:sldMk cId="2667623112" sldId="301"/>
            <ac:picMk id="4" creationId="{37DD3CD8-2930-4294-AA37-C634C1258C13}"/>
          </ac:picMkLst>
        </pc:picChg>
      </pc:sldChg>
      <pc:sldChg chg="addSp delSp modSp add del mod ord setBg">
        <pc:chgData name="张 炯杰" userId="2d331f25972451bb" providerId="LiveId" clId="{FE57B4C0-9E77-48FC-B23E-E14777C1C216}" dt="2021-08-12T13:32:38.460" v="14865" actId="47"/>
        <pc:sldMkLst>
          <pc:docMk/>
          <pc:sldMk cId="388909335" sldId="302"/>
        </pc:sldMkLst>
        <pc:spChg chg="mod">
          <ac:chgData name="张 炯杰" userId="2d331f25972451bb" providerId="LiveId" clId="{FE57B4C0-9E77-48FC-B23E-E14777C1C216}" dt="2021-08-12T13:25:48.980" v="14825" actId="20577"/>
          <ac:spMkLst>
            <pc:docMk/>
            <pc:sldMk cId="388909335" sldId="302"/>
            <ac:spMk id="2" creationId="{0B07412C-07EF-4ACB-9F8C-2D49C3077D00}"/>
          </ac:spMkLst>
        </pc:spChg>
        <pc:spChg chg="add mod">
          <ac:chgData name="张 炯杰" userId="2d331f25972451bb" providerId="LiveId" clId="{FE57B4C0-9E77-48FC-B23E-E14777C1C216}" dt="2021-08-12T13:22:48.671" v="14822"/>
          <ac:spMkLst>
            <pc:docMk/>
            <pc:sldMk cId="388909335" sldId="302"/>
            <ac:spMk id="4" creationId="{4E7B4D17-BC1D-4F79-84AB-24E79A7154AC}"/>
          </ac:spMkLst>
        </pc:spChg>
        <pc:spChg chg="add del mod">
          <ac:chgData name="张 炯杰" userId="2d331f25972451bb" providerId="LiveId" clId="{FE57B4C0-9E77-48FC-B23E-E14777C1C216}" dt="2021-08-12T13:26:26.732" v="14833" actId="21"/>
          <ac:spMkLst>
            <pc:docMk/>
            <pc:sldMk cId="388909335" sldId="302"/>
            <ac:spMk id="8" creationId="{ADD4E481-4BC6-4CBE-8D62-A07B4D3E36B8}"/>
          </ac:spMkLst>
        </pc:spChg>
        <pc:spChg chg="mod">
          <ac:chgData name="张 炯杰" userId="2d331f25972451bb" providerId="LiveId" clId="{FE57B4C0-9E77-48FC-B23E-E14777C1C216}" dt="2021-08-12T12:17:43.821" v="13850"/>
          <ac:spMkLst>
            <pc:docMk/>
            <pc:sldMk cId="388909335" sldId="302"/>
            <ac:spMk id="12291" creationId="{460FF6E3-11D7-48B2-AB15-505C0B5202C5}"/>
          </ac:spMkLst>
        </pc:spChg>
        <pc:graphicFrameChg chg="add del mod">
          <ac:chgData name="张 炯杰" userId="2d331f25972451bb" providerId="LiveId" clId="{FE57B4C0-9E77-48FC-B23E-E14777C1C216}" dt="2021-08-12T13:22:46.067" v="14820"/>
          <ac:graphicFrameMkLst>
            <pc:docMk/>
            <pc:sldMk cId="388909335" sldId="302"/>
            <ac:graphicFrameMk id="5" creationId="{DA3FF2C7-8384-443B-8B82-8308834FE27C}"/>
          </ac:graphicFrameMkLst>
        </pc:graphicFrameChg>
        <pc:picChg chg="add mod">
          <ac:chgData name="张 炯杰" userId="2d331f25972451bb" providerId="LiveId" clId="{FE57B4C0-9E77-48FC-B23E-E14777C1C216}" dt="2021-08-10T07:34:28.240" v="12061" actId="1076"/>
          <ac:picMkLst>
            <pc:docMk/>
            <pc:sldMk cId="388909335" sldId="302"/>
            <ac:picMk id="4098" creationId="{70601E8E-0C6E-4D2D-AB13-7F27EFB0D810}"/>
          </ac:picMkLst>
        </pc:picChg>
      </pc:sldChg>
      <pc:sldChg chg="add">
        <pc:chgData name="张 炯杰" userId="2d331f25972451bb" providerId="LiveId" clId="{FE57B4C0-9E77-48FC-B23E-E14777C1C216}" dt="2021-08-05T09:32:10.474" v="2172"/>
        <pc:sldMkLst>
          <pc:docMk/>
          <pc:sldMk cId="1468640752" sldId="303"/>
        </pc:sldMkLst>
      </pc:sldChg>
      <pc:sldChg chg="modSp add del mod">
        <pc:chgData name="张 炯杰" userId="2d331f25972451bb" providerId="LiveId" clId="{FE57B4C0-9E77-48FC-B23E-E14777C1C216}" dt="2021-08-05T09:32:08.221" v="2171" actId="2696"/>
        <pc:sldMkLst>
          <pc:docMk/>
          <pc:sldMk cId="2134790806" sldId="303"/>
        </pc:sldMkLst>
        <pc:spChg chg="mod">
          <ac:chgData name="张 炯杰" userId="2d331f25972451bb" providerId="LiveId" clId="{FE57B4C0-9E77-48FC-B23E-E14777C1C216}" dt="2021-08-05T09:30:57.872" v="2170" actId="20577"/>
          <ac:spMkLst>
            <pc:docMk/>
            <pc:sldMk cId="2134790806" sldId="303"/>
            <ac:spMk id="2" creationId="{0B07412C-07EF-4ACB-9F8C-2D49C3077D00}"/>
          </ac:spMkLst>
        </pc:spChg>
        <pc:spChg chg="mod">
          <ac:chgData name="张 炯杰" userId="2d331f25972451bb" providerId="LiveId" clId="{FE57B4C0-9E77-48FC-B23E-E14777C1C216}" dt="2021-08-05T09:01:37.589" v="298" actId="20577"/>
          <ac:spMkLst>
            <pc:docMk/>
            <pc:sldMk cId="2134790806" sldId="303"/>
            <ac:spMk id="12291" creationId="{460FF6E3-11D7-48B2-AB15-505C0B5202C5}"/>
          </ac:spMkLst>
        </pc:spChg>
      </pc:sldChg>
      <pc:sldChg chg="addSp delSp modSp add del mod setBg">
        <pc:chgData name="张 炯杰" userId="2d331f25972451bb" providerId="LiveId" clId="{FE57B4C0-9E77-48FC-B23E-E14777C1C216}" dt="2021-08-05T09:25:57.298" v="1657"/>
        <pc:sldMkLst>
          <pc:docMk/>
          <pc:sldMk cId="3237223389" sldId="304"/>
        </pc:sldMkLst>
        <pc:spChg chg="mod">
          <ac:chgData name="张 炯杰" userId="2d331f25972451bb" providerId="LiveId" clId="{FE57B4C0-9E77-48FC-B23E-E14777C1C216}" dt="2021-08-05T09:25:00.615" v="1652" actId="20577"/>
          <ac:spMkLst>
            <pc:docMk/>
            <pc:sldMk cId="3237223389" sldId="304"/>
            <ac:spMk id="2" creationId="{0B07412C-07EF-4ACB-9F8C-2D49C3077D00}"/>
          </ac:spMkLst>
        </pc:spChg>
        <pc:spChg chg="add del mod">
          <ac:chgData name="张 炯杰" userId="2d331f25972451bb" providerId="LiveId" clId="{FE57B4C0-9E77-48FC-B23E-E14777C1C216}" dt="2021-08-05T09:25:51.974" v="1655"/>
          <ac:spMkLst>
            <pc:docMk/>
            <pc:sldMk cId="3237223389" sldId="304"/>
            <ac:spMk id="4" creationId="{1D5CDDBC-867C-4898-9748-1051C73EEEC9}"/>
          </ac:spMkLst>
        </pc:spChg>
        <pc:spChg chg="add del mod">
          <ac:chgData name="张 炯杰" userId="2d331f25972451bb" providerId="LiveId" clId="{FE57B4C0-9E77-48FC-B23E-E14777C1C216}" dt="2021-08-05T09:25:51.974" v="1655"/>
          <ac:spMkLst>
            <pc:docMk/>
            <pc:sldMk cId="3237223389" sldId="304"/>
            <ac:spMk id="6" creationId="{4F0E689A-C979-4156-A8A8-CA3B49E2E7F5}"/>
          </ac:spMkLst>
        </pc:spChg>
        <pc:graphicFrameChg chg="add del mod">
          <ac:chgData name="张 炯杰" userId="2d331f25972451bb" providerId="LiveId" clId="{FE57B4C0-9E77-48FC-B23E-E14777C1C216}" dt="2021-08-05T09:25:51.974" v="1655"/>
          <ac:graphicFrameMkLst>
            <pc:docMk/>
            <pc:sldMk cId="3237223389" sldId="304"/>
            <ac:graphicFrameMk id="5" creationId="{62B9A84B-CDFE-4678-9F04-35EA346D049A}"/>
          </ac:graphicFrameMkLst>
        </pc:graphicFrameChg>
      </pc:sldChg>
      <pc:sldChg chg="add del mod">
        <pc:chgData name="张 炯杰" userId="2d331f25972451bb" providerId="LiveId" clId="{FE57B4C0-9E77-48FC-B23E-E14777C1C216}" dt="2021-08-05T09:02:12.926" v="307" actId="2696"/>
        <pc:sldMkLst>
          <pc:docMk/>
          <pc:sldMk cId="4146727949" sldId="304"/>
        </pc:sldMkLst>
      </pc:sldChg>
      <pc:sldChg chg="addSp delSp modSp add mod">
        <pc:chgData name="张 炯杰" userId="2d331f25972451bb" providerId="LiveId" clId="{FE57B4C0-9E77-48FC-B23E-E14777C1C216}" dt="2021-08-09T09:08:08.359" v="5252" actId="1076"/>
        <pc:sldMkLst>
          <pc:docMk/>
          <pc:sldMk cId="148019434" sldId="305"/>
        </pc:sldMkLst>
        <pc:spChg chg="mod">
          <ac:chgData name="张 炯杰" userId="2d331f25972451bb" providerId="LiveId" clId="{FE57B4C0-9E77-48FC-B23E-E14777C1C216}" dt="2021-08-09T09:06:12.748" v="5246" actId="207"/>
          <ac:spMkLst>
            <pc:docMk/>
            <pc:sldMk cId="148019434" sldId="305"/>
            <ac:spMk id="4" creationId="{375863A5-7842-45D4-9B2F-D10EA86FF288}"/>
          </ac:spMkLst>
        </pc:spChg>
        <pc:picChg chg="add del mod">
          <ac:chgData name="张 炯杰" userId="2d331f25972451bb" providerId="LiveId" clId="{FE57B4C0-9E77-48FC-B23E-E14777C1C216}" dt="2021-08-09T09:07:58.811" v="5250" actId="478"/>
          <ac:picMkLst>
            <pc:docMk/>
            <pc:sldMk cId="148019434" sldId="305"/>
            <ac:picMk id="6146" creationId="{BAFC1E83-DFB5-4186-9DD4-FB231FFA8163}"/>
          </ac:picMkLst>
        </pc:picChg>
        <pc:picChg chg="add mod">
          <ac:chgData name="张 炯杰" userId="2d331f25972451bb" providerId="LiveId" clId="{FE57B4C0-9E77-48FC-B23E-E14777C1C216}" dt="2021-08-09T09:08:08.359" v="5252" actId="1076"/>
          <ac:picMkLst>
            <pc:docMk/>
            <pc:sldMk cId="148019434" sldId="305"/>
            <ac:picMk id="6148" creationId="{538D5F5C-E7E0-4264-8518-41391A40DC40}"/>
          </ac:picMkLst>
        </pc:picChg>
        <pc:picChg chg="del">
          <ac:chgData name="张 炯杰" userId="2d331f25972451bb" providerId="LiveId" clId="{FE57B4C0-9E77-48FC-B23E-E14777C1C216}" dt="2021-08-09T05:34:51.825" v="2216" actId="478"/>
          <ac:picMkLst>
            <pc:docMk/>
            <pc:sldMk cId="148019434" sldId="305"/>
            <ac:picMk id="11269" creationId="{61181379-51DC-49E3-AF8B-C4AB97A498FC}"/>
          </ac:picMkLst>
        </pc:picChg>
        <pc:picChg chg="del">
          <ac:chgData name="张 炯杰" userId="2d331f25972451bb" providerId="LiveId" clId="{FE57B4C0-9E77-48FC-B23E-E14777C1C216}" dt="2021-08-09T05:35:08.666" v="2220" actId="478"/>
          <ac:picMkLst>
            <pc:docMk/>
            <pc:sldMk cId="148019434" sldId="305"/>
            <ac:picMk id="11270" creationId="{35988E3D-BB10-4EBA-9340-FF90D129131B}"/>
          </ac:picMkLst>
        </pc:picChg>
      </pc:sldChg>
      <pc:sldChg chg="addSp delSp modSp add mod">
        <pc:chgData name="张 炯杰" userId="2d331f25972451bb" providerId="LiveId" clId="{FE57B4C0-9E77-48FC-B23E-E14777C1C216}" dt="2021-08-09T07:28:06.256" v="4871" actId="207"/>
        <pc:sldMkLst>
          <pc:docMk/>
          <pc:sldMk cId="898103452" sldId="306"/>
        </pc:sldMkLst>
        <pc:spChg chg="add del">
          <ac:chgData name="张 炯杰" userId="2d331f25972451bb" providerId="LiveId" clId="{FE57B4C0-9E77-48FC-B23E-E14777C1C216}" dt="2021-08-09T06:27:45.782" v="3413"/>
          <ac:spMkLst>
            <pc:docMk/>
            <pc:sldMk cId="898103452" sldId="306"/>
            <ac:spMk id="2" creationId="{B41E3B6B-A1F9-4216-9736-2F3CC0D4C20C}"/>
          </ac:spMkLst>
        </pc:spChg>
        <pc:spChg chg="add del">
          <ac:chgData name="张 炯杰" userId="2d331f25972451bb" providerId="LiveId" clId="{FE57B4C0-9E77-48FC-B23E-E14777C1C216}" dt="2021-08-09T06:27:45.782" v="3413"/>
          <ac:spMkLst>
            <pc:docMk/>
            <pc:sldMk cId="898103452" sldId="306"/>
            <ac:spMk id="3" creationId="{1F099DB0-0612-4490-A278-6192C139F412}"/>
          </ac:spMkLst>
        </pc:spChg>
        <pc:spChg chg="add del mod">
          <ac:chgData name="张 炯杰" userId="2d331f25972451bb" providerId="LiveId" clId="{FE57B4C0-9E77-48FC-B23E-E14777C1C216}" dt="2021-08-09T06:28:40.454" v="3418"/>
          <ac:spMkLst>
            <pc:docMk/>
            <pc:sldMk cId="898103452" sldId="306"/>
            <ac:spMk id="4" creationId="{FF4C6932-EED4-4DBB-B704-BB50AA006B70}"/>
          </ac:spMkLst>
        </pc:spChg>
        <pc:spChg chg="add del mod">
          <ac:chgData name="张 炯杰" userId="2d331f25972451bb" providerId="LiveId" clId="{FE57B4C0-9E77-48FC-B23E-E14777C1C216}" dt="2021-08-09T07:02:56.606" v="3543" actId="478"/>
          <ac:spMkLst>
            <pc:docMk/>
            <pc:sldMk cId="898103452" sldId="306"/>
            <ac:spMk id="5" creationId="{50A1E9D9-E54A-4993-9354-4EB5DA464830}"/>
          </ac:spMkLst>
        </pc:spChg>
        <pc:spChg chg="add del mod">
          <ac:chgData name="张 炯杰" userId="2d331f25972451bb" providerId="LiveId" clId="{FE57B4C0-9E77-48FC-B23E-E14777C1C216}" dt="2021-08-09T07:02:59.119" v="3545" actId="478"/>
          <ac:spMkLst>
            <pc:docMk/>
            <pc:sldMk cId="898103452" sldId="306"/>
            <ac:spMk id="6" creationId="{DCCD0B17-F81E-4772-AC01-67F84B7662C4}"/>
          </ac:spMkLst>
        </pc:spChg>
        <pc:spChg chg="add del mod">
          <ac:chgData name="张 炯杰" userId="2d331f25972451bb" providerId="LiveId" clId="{FE57B4C0-9E77-48FC-B23E-E14777C1C216}" dt="2021-08-09T06:48:16.021" v="3529" actId="21"/>
          <ac:spMkLst>
            <pc:docMk/>
            <pc:sldMk cId="898103452" sldId="306"/>
            <ac:spMk id="7" creationId="{7CB095B4-10E2-47D3-BFD6-B28A291178FE}"/>
          </ac:spMkLst>
        </pc:spChg>
        <pc:spChg chg="add mod">
          <ac:chgData name="张 炯杰" userId="2d331f25972451bb" providerId="LiveId" clId="{FE57B4C0-9E77-48FC-B23E-E14777C1C216}" dt="2021-08-09T07:21:06.914" v="4320" actId="20577"/>
          <ac:spMkLst>
            <pc:docMk/>
            <pc:sldMk cId="898103452" sldId="306"/>
            <ac:spMk id="8" creationId="{320BC145-2BBE-40A1-BEE4-FD609BBA8C36}"/>
          </ac:spMkLst>
        </pc:spChg>
        <pc:spChg chg="mod">
          <ac:chgData name="张 炯杰" userId="2d331f25972451bb" providerId="LiveId" clId="{FE57B4C0-9E77-48FC-B23E-E14777C1C216}" dt="2021-08-09T07:28:06.256" v="4871" actId="207"/>
          <ac:spMkLst>
            <pc:docMk/>
            <pc:sldMk cId="898103452" sldId="306"/>
            <ac:spMk id="7172" creationId="{451C0016-17D0-4ED5-A215-40D6FB2F8322}"/>
          </ac:spMkLst>
        </pc:spChg>
        <pc:picChg chg="add del mod">
          <ac:chgData name="张 炯杰" userId="2d331f25972451bb" providerId="LiveId" clId="{FE57B4C0-9E77-48FC-B23E-E14777C1C216}" dt="2021-08-09T06:17:36.193" v="3404" actId="478"/>
          <ac:picMkLst>
            <pc:docMk/>
            <pc:sldMk cId="898103452" sldId="306"/>
            <ac:picMk id="1026" creationId="{9DD59370-0E16-46C9-8B44-F96566F2CDCB}"/>
          </ac:picMkLst>
        </pc:picChg>
        <pc:picChg chg="add del mod">
          <ac:chgData name="张 炯杰" userId="2d331f25972451bb" providerId="LiveId" clId="{FE57B4C0-9E77-48FC-B23E-E14777C1C216}" dt="2021-08-09T07:02:57.394" v="3544" actId="478"/>
          <ac:picMkLst>
            <pc:docMk/>
            <pc:sldMk cId="898103452" sldId="306"/>
            <ac:picMk id="1028" creationId="{16300ADD-E66D-440E-A42B-7A85C7071806}"/>
          </ac:picMkLst>
        </pc:picChg>
        <pc:picChg chg="add del">
          <ac:chgData name="张 炯杰" userId="2d331f25972451bb" providerId="LiveId" clId="{FE57B4C0-9E77-48FC-B23E-E14777C1C216}" dt="2021-08-09T06:27:45.782" v="3413"/>
          <ac:picMkLst>
            <pc:docMk/>
            <pc:sldMk cId="898103452" sldId="306"/>
            <ac:picMk id="1029" creationId="{4A43968D-DD17-4032-AFF0-FD6F74854290}"/>
          </ac:picMkLst>
        </pc:picChg>
        <pc:picChg chg="del">
          <ac:chgData name="张 炯杰" userId="2d331f25972451bb" providerId="LiveId" clId="{FE57B4C0-9E77-48FC-B23E-E14777C1C216}" dt="2021-08-09T05:57:14.900" v="2243" actId="478"/>
          <ac:picMkLst>
            <pc:docMk/>
            <pc:sldMk cId="898103452" sldId="306"/>
            <ac:picMk id="8197" creationId="{4DD590CA-FA3E-4D74-B24E-8F50755569A3}"/>
          </ac:picMkLst>
        </pc:picChg>
        <pc:picChg chg="del">
          <ac:chgData name="张 炯杰" userId="2d331f25972451bb" providerId="LiveId" clId="{FE57B4C0-9E77-48FC-B23E-E14777C1C216}" dt="2021-08-09T05:57:15.315" v="2244" actId="478"/>
          <ac:picMkLst>
            <pc:docMk/>
            <pc:sldMk cId="898103452" sldId="306"/>
            <ac:picMk id="8198" creationId="{60E17735-6EC0-4383-AE74-0AAF8A74EDB9}"/>
          </ac:picMkLst>
        </pc:picChg>
      </pc:sldChg>
      <pc:sldChg chg="addSp delSp modSp add mod">
        <pc:chgData name="张 炯杰" userId="2d331f25972451bb" providerId="LiveId" clId="{FE57B4C0-9E77-48FC-B23E-E14777C1C216}" dt="2021-08-09T08:06:52.587" v="5232" actId="20577"/>
        <pc:sldMkLst>
          <pc:docMk/>
          <pc:sldMk cId="2250197058" sldId="307"/>
        </pc:sldMkLst>
        <pc:spChg chg="mod">
          <ac:chgData name="张 炯杰" userId="2d331f25972451bb" providerId="LiveId" clId="{FE57B4C0-9E77-48FC-B23E-E14777C1C216}" dt="2021-08-09T07:31:26.617" v="4880" actId="1076"/>
          <ac:spMkLst>
            <pc:docMk/>
            <pc:sldMk cId="2250197058" sldId="307"/>
            <ac:spMk id="5" creationId="{50A1E9D9-E54A-4993-9354-4EB5DA464830}"/>
          </ac:spMkLst>
        </pc:spChg>
        <pc:spChg chg="mod">
          <ac:chgData name="张 炯杰" userId="2d331f25972451bb" providerId="LiveId" clId="{FE57B4C0-9E77-48FC-B23E-E14777C1C216}" dt="2021-08-09T07:26:10.942" v="4868" actId="1076"/>
          <ac:spMkLst>
            <pc:docMk/>
            <pc:sldMk cId="2250197058" sldId="307"/>
            <ac:spMk id="6" creationId="{DCCD0B17-F81E-4772-AC01-67F84B7662C4}"/>
          </ac:spMkLst>
        </pc:spChg>
        <pc:spChg chg="add mod">
          <ac:chgData name="张 炯杰" userId="2d331f25972451bb" providerId="LiveId" clId="{FE57B4C0-9E77-48FC-B23E-E14777C1C216}" dt="2021-08-09T08:06:52.587" v="5232" actId="20577"/>
          <ac:spMkLst>
            <pc:docMk/>
            <pc:sldMk cId="2250197058" sldId="307"/>
            <ac:spMk id="9" creationId="{F107FD42-655F-4F04-A7DC-F8FC5FEBDBA1}"/>
          </ac:spMkLst>
        </pc:spChg>
        <pc:spChg chg="del mod">
          <ac:chgData name="张 炯杰" userId="2d331f25972451bb" providerId="LiveId" clId="{FE57B4C0-9E77-48FC-B23E-E14777C1C216}" dt="2021-08-09T07:07:25.479" v="3747"/>
          <ac:spMkLst>
            <pc:docMk/>
            <pc:sldMk cId="2250197058" sldId="307"/>
            <ac:spMk id="7172" creationId="{451C0016-17D0-4ED5-A215-40D6FB2F8322}"/>
          </ac:spMkLst>
        </pc:spChg>
      </pc:sldChg>
      <pc:sldChg chg="addSp delSp modSp add mod ord">
        <pc:chgData name="张 炯杰" userId="2d331f25972451bb" providerId="LiveId" clId="{FE57B4C0-9E77-48FC-B23E-E14777C1C216}" dt="2021-08-09T11:42:02.448" v="5801" actId="1076"/>
        <pc:sldMkLst>
          <pc:docMk/>
          <pc:sldMk cId="1449658197" sldId="308"/>
        </pc:sldMkLst>
        <pc:spChg chg="del mod">
          <ac:chgData name="张 炯杰" userId="2d331f25972451bb" providerId="LiveId" clId="{FE57B4C0-9E77-48FC-B23E-E14777C1C216}" dt="2021-08-09T07:47:05.377" v="5012" actId="478"/>
          <ac:spMkLst>
            <pc:docMk/>
            <pc:sldMk cId="1449658197" sldId="308"/>
            <ac:spMk id="7" creationId="{F48B763B-0CCF-4009-949B-0F1785651F74}"/>
          </ac:spMkLst>
        </pc:spChg>
        <pc:spChg chg="add mod">
          <ac:chgData name="张 炯杰" userId="2d331f25972451bb" providerId="LiveId" clId="{FE57B4C0-9E77-48FC-B23E-E14777C1C216}" dt="2021-08-09T11:42:02.448" v="5801" actId="1076"/>
          <ac:spMkLst>
            <pc:docMk/>
            <pc:sldMk cId="1449658197" sldId="308"/>
            <ac:spMk id="10" creationId="{026EE809-B36C-4D30-AC86-911B24B9E6CF}"/>
          </ac:spMkLst>
        </pc:spChg>
        <pc:spChg chg="mod">
          <ac:chgData name="张 炯杰" userId="2d331f25972451bb" providerId="LiveId" clId="{FE57B4C0-9E77-48FC-B23E-E14777C1C216}" dt="2021-08-09T11:41:54.547" v="5799"/>
          <ac:spMkLst>
            <pc:docMk/>
            <pc:sldMk cId="1449658197" sldId="308"/>
            <ac:spMk id="7172" creationId="{451C0016-17D0-4ED5-A215-40D6FB2F8322}"/>
          </ac:spMkLst>
        </pc:spChg>
        <pc:picChg chg="add mod">
          <ac:chgData name="张 炯杰" userId="2d331f25972451bb" providerId="LiveId" clId="{FE57B4C0-9E77-48FC-B23E-E14777C1C216}" dt="2021-08-09T11:41:58.923" v="5800" actId="1076"/>
          <ac:picMkLst>
            <pc:docMk/>
            <pc:sldMk cId="1449658197" sldId="308"/>
            <ac:picMk id="2050" creationId="{2BC1C76E-6ABB-4782-90E1-E7806F849BDA}"/>
          </ac:picMkLst>
        </pc:picChg>
        <pc:picChg chg="del">
          <ac:chgData name="张 炯杰" userId="2d331f25972451bb" providerId="LiveId" clId="{FE57B4C0-9E77-48FC-B23E-E14777C1C216}" dt="2021-08-09T07:45:50.116" v="4905" actId="478"/>
          <ac:picMkLst>
            <pc:docMk/>
            <pc:sldMk cId="1449658197" sldId="308"/>
            <ac:picMk id="8197" creationId="{4DD590CA-FA3E-4D74-B24E-8F50755569A3}"/>
          </ac:picMkLst>
        </pc:picChg>
        <pc:picChg chg="del">
          <ac:chgData name="张 炯杰" userId="2d331f25972451bb" providerId="LiveId" clId="{FE57B4C0-9E77-48FC-B23E-E14777C1C216}" dt="2021-08-09T07:45:50.609" v="4906" actId="478"/>
          <ac:picMkLst>
            <pc:docMk/>
            <pc:sldMk cId="1449658197" sldId="308"/>
            <ac:picMk id="8198" creationId="{60E17735-6EC0-4383-AE74-0AAF8A74EDB9}"/>
          </ac:picMkLst>
        </pc:picChg>
      </pc:sldChg>
      <pc:sldChg chg="addSp delSp modSp add mod">
        <pc:chgData name="张 炯杰" userId="2d331f25972451bb" providerId="LiveId" clId="{FE57B4C0-9E77-48FC-B23E-E14777C1C216}" dt="2021-08-09T08:01:16.946" v="5059" actId="1076"/>
        <pc:sldMkLst>
          <pc:docMk/>
          <pc:sldMk cId="2425490314" sldId="309"/>
        </pc:sldMkLst>
        <pc:spChg chg="mod">
          <ac:chgData name="张 炯杰" userId="2d331f25972451bb" providerId="LiveId" clId="{FE57B4C0-9E77-48FC-B23E-E14777C1C216}" dt="2021-08-09T08:01:16.946" v="5059" actId="1076"/>
          <ac:spMkLst>
            <pc:docMk/>
            <pc:sldMk cId="2425490314" sldId="309"/>
            <ac:spMk id="10" creationId="{026EE809-B36C-4D30-AC86-911B24B9E6CF}"/>
          </ac:spMkLst>
        </pc:spChg>
        <pc:spChg chg="mod">
          <ac:chgData name="张 炯杰" userId="2d331f25972451bb" providerId="LiveId" clId="{FE57B4C0-9E77-48FC-B23E-E14777C1C216}" dt="2021-08-09T07:59:06.328" v="5052" actId="207"/>
          <ac:spMkLst>
            <pc:docMk/>
            <pc:sldMk cId="2425490314" sldId="309"/>
            <ac:spMk id="7172" creationId="{451C0016-17D0-4ED5-A215-40D6FB2F8322}"/>
          </ac:spMkLst>
        </pc:spChg>
        <pc:picChg chg="del">
          <ac:chgData name="张 炯杰" userId="2d331f25972451bb" providerId="LiveId" clId="{FE57B4C0-9E77-48FC-B23E-E14777C1C216}" dt="2021-08-09T07:58:45.756" v="5050" actId="478"/>
          <ac:picMkLst>
            <pc:docMk/>
            <pc:sldMk cId="2425490314" sldId="309"/>
            <ac:picMk id="2050" creationId="{2BC1C76E-6ABB-4782-90E1-E7806F849BDA}"/>
          </ac:picMkLst>
        </pc:picChg>
        <pc:picChg chg="add mod">
          <ac:chgData name="张 炯杰" userId="2d331f25972451bb" providerId="LiveId" clId="{FE57B4C0-9E77-48FC-B23E-E14777C1C216}" dt="2021-08-09T07:59:20.023" v="5057" actId="1076"/>
          <ac:picMkLst>
            <pc:docMk/>
            <pc:sldMk cId="2425490314" sldId="309"/>
            <ac:picMk id="5122" creationId="{66F362C7-8512-436E-A4DC-21A91B00E487}"/>
          </ac:picMkLst>
        </pc:picChg>
      </pc:sldChg>
      <pc:sldChg chg="addSp delSp modSp add mod ord">
        <pc:chgData name="张 炯杰" userId="2d331f25972451bb" providerId="LiveId" clId="{FE57B4C0-9E77-48FC-B23E-E14777C1C216}" dt="2021-08-09T11:39:00.616" v="5795"/>
        <pc:sldMkLst>
          <pc:docMk/>
          <pc:sldMk cId="1471541533" sldId="310"/>
        </pc:sldMkLst>
        <pc:spChg chg="mod">
          <ac:chgData name="张 炯杰" userId="2d331f25972451bb" providerId="LiveId" clId="{FE57B4C0-9E77-48FC-B23E-E14777C1C216}" dt="2021-08-09T09:20:35.238" v="5576" actId="207"/>
          <ac:spMkLst>
            <pc:docMk/>
            <pc:sldMk cId="1471541533" sldId="310"/>
            <ac:spMk id="4" creationId="{375863A5-7842-45D4-9B2F-D10EA86FF288}"/>
          </ac:spMkLst>
        </pc:spChg>
        <pc:spChg chg="add del mod">
          <ac:chgData name="张 炯杰" userId="2d331f25972451bb" providerId="LiveId" clId="{FE57B4C0-9E77-48FC-B23E-E14777C1C216}" dt="2021-08-09T09:20:37.214" v="5577" actId="478"/>
          <ac:spMkLst>
            <pc:docMk/>
            <pc:sldMk cId="1471541533" sldId="310"/>
            <ac:spMk id="5" creationId="{E1AD39B9-735E-41D9-B7A5-297D08357E95}"/>
          </ac:spMkLst>
        </pc:spChg>
        <pc:spChg chg="add del mod">
          <ac:chgData name="张 炯杰" userId="2d331f25972451bb" providerId="LiveId" clId="{FE57B4C0-9E77-48FC-B23E-E14777C1C216}" dt="2021-08-09T11:39:00.616" v="5795"/>
          <ac:spMkLst>
            <pc:docMk/>
            <pc:sldMk cId="1471541533" sldId="310"/>
            <ac:spMk id="7" creationId="{5A6663AD-0A3B-430C-AAB2-79A00AFF4CFF}"/>
          </ac:spMkLst>
        </pc:spChg>
        <pc:spChg chg="add mod">
          <ac:chgData name="张 炯杰" userId="2d331f25972451bb" providerId="LiveId" clId="{FE57B4C0-9E77-48FC-B23E-E14777C1C216}" dt="2021-08-09T09:20:06.686" v="5574" actId="1076"/>
          <ac:spMkLst>
            <pc:docMk/>
            <pc:sldMk cId="1471541533" sldId="310"/>
            <ac:spMk id="11" creationId="{936FEAF7-2E87-4490-9CCA-D6B963083F37}"/>
          </ac:spMkLst>
        </pc:spChg>
        <pc:picChg chg="add del mod">
          <ac:chgData name="张 炯杰" userId="2d331f25972451bb" providerId="LiveId" clId="{FE57B4C0-9E77-48FC-B23E-E14777C1C216}" dt="2021-08-09T09:19:32.850" v="5569" actId="478"/>
          <ac:picMkLst>
            <pc:docMk/>
            <pc:sldMk cId="1471541533" sldId="310"/>
            <ac:picMk id="3" creationId="{1C09C1A6-FC1E-44B1-AFCC-628DA304A8AE}"/>
          </ac:picMkLst>
        </pc:picChg>
        <pc:picChg chg="del">
          <ac:chgData name="张 炯杰" userId="2d331f25972451bb" providerId="LiveId" clId="{FE57B4C0-9E77-48FC-B23E-E14777C1C216}" dt="2021-08-09T09:08:52.267" v="5258" actId="478"/>
          <ac:picMkLst>
            <pc:docMk/>
            <pc:sldMk cId="1471541533" sldId="310"/>
            <ac:picMk id="6148" creationId="{538D5F5C-E7E0-4264-8518-41391A40DC40}"/>
          </ac:picMkLst>
        </pc:picChg>
        <pc:picChg chg="add del mod">
          <ac:chgData name="张 炯杰" userId="2d331f25972451bb" providerId="LiveId" clId="{FE57B4C0-9E77-48FC-B23E-E14777C1C216}" dt="2021-08-09T09:13:29.646" v="5267" actId="478"/>
          <ac:picMkLst>
            <pc:docMk/>
            <pc:sldMk cId="1471541533" sldId="310"/>
            <ac:picMk id="7170" creationId="{472AC610-4FA3-4BE2-8DD0-F2C9A9781BBD}"/>
          </ac:picMkLst>
        </pc:picChg>
        <pc:picChg chg="add mod">
          <ac:chgData name="张 炯杰" userId="2d331f25972451bb" providerId="LiveId" clId="{FE57B4C0-9E77-48FC-B23E-E14777C1C216}" dt="2021-08-09T09:20:47.132" v="5579" actId="1076"/>
          <ac:picMkLst>
            <pc:docMk/>
            <pc:sldMk cId="1471541533" sldId="310"/>
            <ac:picMk id="7172" creationId="{5CB00FBB-D2FA-415B-92EC-F21ABE9C1B38}"/>
          </ac:picMkLst>
        </pc:picChg>
      </pc:sldChg>
      <pc:sldChg chg="add del">
        <pc:chgData name="张 炯杰" userId="2d331f25972451bb" providerId="LiveId" clId="{FE57B4C0-9E77-48FC-B23E-E14777C1C216}" dt="2021-08-09T09:08:40.870" v="5256"/>
        <pc:sldMkLst>
          <pc:docMk/>
          <pc:sldMk cId="1593779713" sldId="311"/>
        </pc:sldMkLst>
      </pc:sldChg>
      <pc:sldChg chg="modSp add mod">
        <pc:chgData name="张 炯杰" userId="2d331f25972451bb" providerId="LiveId" clId="{FE57B4C0-9E77-48FC-B23E-E14777C1C216}" dt="2021-08-09T11:42:54.060" v="5838" actId="20577"/>
        <pc:sldMkLst>
          <pc:docMk/>
          <pc:sldMk cId="3629658551" sldId="311"/>
        </pc:sldMkLst>
        <pc:spChg chg="mod">
          <ac:chgData name="张 炯杰" userId="2d331f25972451bb" providerId="LiveId" clId="{FE57B4C0-9E77-48FC-B23E-E14777C1C216}" dt="2021-08-09T09:20:28.900" v="5575" actId="207"/>
          <ac:spMkLst>
            <pc:docMk/>
            <pc:sldMk cId="3629658551" sldId="311"/>
            <ac:spMk id="4" creationId="{375863A5-7842-45D4-9B2F-D10EA86FF288}"/>
          </ac:spMkLst>
        </pc:spChg>
        <pc:spChg chg="mod">
          <ac:chgData name="张 炯杰" userId="2d331f25972451bb" providerId="LiveId" clId="{FE57B4C0-9E77-48FC-B23E-E14777C1C216}" dt="2021-08-09T11:42:54.060" v="5838" actId="20577"/>
          <ac:spMkLst>
            <pc:docMk/>
            <pc:sldMk cId="3629658551" sldId="311"/>
            <ac:spMk id="5" creationId="{E1AD39B9-735E-41D9-B7A5-297D08357E95}"/>
          </ac:spMkLst>
        </pc:spChg>
      </pc:sldChg>
      <pc:sldChg chg="addSp delSp modSp add mod">
        <pc:chgData name="张 炯杰" userId="2d331f25972451bb" providerId="LiveId" clId="{FE57B4C0-9E77-48FC-B23E-E14777C1C216}" dt="2021-08-09T13:20:28.922" v="6294" actId="20577"/>
        <pc:sldMkLst>
          <pc:docMk/>
          <pc:sldMk cId="4051929988" sldId="312"/>
        </pc:sldMkLst>
        <pc:spChg chg="mod">
          <ac:chgData name="张 炯杰" userId="2d331f25972451bb" providerId="LiveId" clId="{FE57B4C0-9E77-48FC-B23E-E14777C1C216}" dt="2021-08-09T13:20:28.922" v="6294" actId="20577"/>
          <ac:spMkLst>
            <pc:docMk/>
            <pc:sldMk cId="4051929988" sldId="312"/>
            <ac:spMk id="4" creationId="{375863A5-7842-45D4-9B2F-D10EA86FF288}"/>
          </ac:spMkLst>
        </pc:spChg>
        <pc:spChg chg="add mod">
          <ac:chgData name="张 炯杰" userId="2d331f25972451bb" providerId="LiveId" clId="{FE57B4C0-9E77-48FC-B23E-E14777C1C216}" dt="2021-08-09T12:56:31.827" v="6113" actId="207"/>
          <ac:spMkLst>
            <pc:docMk/>
            <pc:sldMk cId="4051929988" sldId="312"/>
            <ac:spMk id="5" creationId="{D0B3333E-78DC-48BE-B57C-8322F0901603}"/>
          </ac:spMkLst>
        </pc:spChg>
        <pc:spChg chg="del">
          <ac:chgData name="张 炯杰" userId="2d331f25972451bb" providerId="LiveId" clId="{FE57B4C0-9E77-48FC-B23E-E14777C1C216}" dt="2021-08-09T12:48:20.293" v="5878" actId="478"/>
          <ac:spMkLst>
            <pc:docMk/>
            <pc:sldMk cId="4051929988" sldId="312"/>
            <ac:spMk id="11" creationId="{936FEAF7-2E87-4490-9CCA-D6B963083F37}"/>
          </ac:spMkLst>
        </pc:spChg>
        <pc:picChg chg="add mod">
          <ac:chgData name="张 炯杰" userId="2d331f25972451bb" providerId="LiveId" clId="{FE57B4C0-9E77-48FC-B23E-E14777C1C216}" dt="2021-08-09T13:08:15.478" v="6116" actId="1076"/>
          <ac:picMkLst>
            <pc:docMk/>
            <pc:sldMk cId="4051929988" sldId="312"/>
            <ac:picMk id="3" creationId="{9DC07825-5F45-4D3E-BF26-FD0743BBFC70}"/>
          </ac:picMkLst>
        </pc:picChg>
        <pc:picChg chg="del">
          <ac:chgData name="张 炯杰" userId="2d331f25972451bb" providerId="LiveId" clId="{FE57B4C0-9E77-48FC-B23E-E14777C1C216}" dt="2021-08-09T12:48:20.922" v="5879" actId="478"/>
          <ac:picMkLst>
            <pc:docMk/>
            <pc:sldMk cId="4051929988" sldId="312"/>
            <ac:picMk id="7172" creationId="{5CB00FBB-D2FA-415B-92EC-F21ABE9C1B38}"/>
          </ac:picMkLst>
        </pc:picChg>
      </pc:sldChg>
      <pc:sldChg chg="addSp delSp modSp add mod">
        <pc:chgData name="张 炯杰" userId="2d331f25972451bb" providerId="LiveId" clId="{FE57B4C0-9E77-48FC-B23E-E14777C1C216}" dt="2021-08-09T13:33:53.751" v="6882" actId="1076"/>
        <pc:sldMkLst>
          <pc:docMk/>
          <pc:sldMk cId="2341891604" sldId="313"/>
        </pc:sldMkLst>
        <pc:spChg chg="mod">
          <ac:chgData name="张 炯杰" userId="2d331f25972451bb" providerId="LiveId" clId="{FE57B4C0-9E77-48FC-B23E-E14777C1C216}" dt="2021-08-09T13:32:34.010" v="6872" actId="20577"/>
          <ac:spMkLst>
            <pc:docMk/>
            <pc:sldMk cId="2341891604" sldId="313"/>
            <ac:spMk id="4" creationId="{375863A5-7842-45D4-9B2F-D10EA86FF288}"/>
          </ac:spMkLst>
        </pc:spChg>
        <pc:spChg chg="del">
          <ac:chgData name="张 炯杰" userId="2d331f25972451bb" providerId="LiveId" clId="{FE57B4C0-9E77-48FC-B23E-E14777C1C216}" dt="2021-08-09T13:08:55.353" v="6152" actId="478"/>
          <ac:spMkLst>
            <pc:docMk/>
            <pc:sldMk cId="2341891604" sldId="313"/>
            <ac:spMk id="5" creationId="{D0B3333E-78DC-48BE-B57C-8322F0901603}"/>
          </ac:spMkLst>
        </pc:spChg>
        <pc:picChg chg="del">
          <ac:chgData name="张 炯杰" userId="2d331f25972451bb" providerId="LiveId" clId="{FE57B4C0-9E77-48FC-B23E-E14777C1C216}" dt="2021-08-09T13:08:55.996" v="6153" actId="478"/>
          <ac:picMkLst>
            <pc:docMk/>
            <pc:sldMk cId="2341891604" sldId="313"/>
            <ac:picMk id="3" creationId="{9DC07825-5F45-4D3E-BF26-FD0743BBFC70}"/>
          </ac:picMkLst>
        </pc:picChg>
        <pc:picChg chg="add del mod">
          <ac:chgData name="张 炯杰" userId="2d331f25972451bb" providerId="LiveId" clId="{FE57B4C0-9E77-48FC-B23E-E14777C1C216}" dt="2021-08-09T13:33:45.165" v="6877" actId="478"/>
          <ac:picMkLst>
            <pc:docMk/>
            <pc:sldMk cId="2341891604" sldId="313"/>
            <ac:picMk id="6" creationId="{EBE2AB6C-A74E-4C36-99AE-C6CE2B139B94}"/>
          </ac:picMkLst>
        </pc:picChg>
        <pc:picChg chg="add mod">
          <ac:chgData name="张 炯杰" userId="2d331f25972451bb" providerId="LiveId" clId="{FE57B4C0-9E77-48FC-B23E-E14777C1C216}" dt="2021-08-09T13:33:53.751" v="6882" actId="1076"/>
          <ac:picMkLst>
            <pc:docMk/>
            <pc:sldMk cId="2341891604" sldId="313"/>
            <ac:picMk id="8" creationId="{D0B01CBF-C52F-43AF-AFC6-0262BBA0D5F6}"/>
          </ac:picMkLst>
        </pc:picChg>
      </pc:sldChg>
      <pc:sldChg chg="modSp add mod ord setBg">
        <pc:chgData name="张 炯杰" userId="2d331f25972451bb" providerId="LiveId" clId="{FE57B4C0-9E77-48FC-B23E-E14777C1C216}" dt="2021-08-12T13:47:22.112" v="14876" actId="20577"/>
        <pc:sldMkLst>
          <pc:docMk/>
          <pc:sldMk cId="881559280" sldId="314"/>
        </pc:sldMkLst>
        <pc:spChg chg="mod">
          <ac:chgData name="张 炯杰" userId="2d331f25972451bb" providerId="LiveId" clId="{FE57B4C0-9E77-48FC-B23E-E14777C1C216}" dt="2021-08-12T13:47:22.112" v="14876" actId="20577"/>
          <ac:spMkLst>
            <pc:docMk/>
            <pc:sldMk cId="881559280" sldId="314"/>
            <ac:spMk id="2" creationId="{0B07412C-07EF-4ACB-9F8C-2D49C3077D00}"/>
          </ac:spMkLst>
        </pc:spChg>
        <pc:spChg chg="mod">
          <ac:chgData name="张 炯杰" userId="2d331f25972451bb" providerId="LiveId" clId="{FE57B4C0-9E77-48FC-B23E-E14777C1C216}" dt="2021-08-12T11:33:50.998" v="13656" actId="20577"/>
          <ac:spMkLst>
            <pc:docMk/>
            <pc:sldMk cId="881559280" sldId="314"/>
            <ac:spMk id="12291" creationId="{460FF6E3-11D7-48B2-AB15-505C0B5202C5}"/>
          </ac:spMkLst>
        </pc:spChg>
      </pc:sldChg>
      <pc:sldChg chg="add del">
        <pc:chgData name="张 炯杰" userId="2d331f25972451bb" providerId="LiveId" clId="{FE57B4C0-9E77-48FC-B23E-E14777C1C216}" dt="2021-08-09T13:21:09.068" v="6332"/>
        <pc:sldMkLst>
          <pc:docMk/>
          <pc:sldMk cId="1834325052" sldId="314"/>
        </pc:sldMkLst>
      </pc:sldChg>
      <pc:sldChg chg="delSp modSp add mod">
        <pc:chgData name="张 炯杰" userId="2d331f25972451bb" providerId="LiveId" clId="{FE57B4C0-9E77-48FC-B23E-E14777C1C216}" dt="2021-08-12T11:33:15.702" v="13628" actId="20577"/>
        <pc:sldMkLst>
          <pc:docMk/>
          <pc:sldMk cId="2722335034" sldId="315"/>
        </pc:sldMkLst>
        <pc:spChg chg="mod">
          <ac:chgData name="张 炯杰" userId="2d331f25972451bb" providerId="LiveId" clId="{FE57B4C0-9E77-48FC-B23E-E14777C1C216}" dt="2021-08-11T02:07:26.436" v="13610" actId="20577"/>
          <ac:spMkLst>
            <pc:docMk/>
            <pc:sldMk cId="2722335034" sldId="315"/>
            <ac:spMk id="2" creationId="{0B07412C-07EF-4ACB-9F8C-2D49C3077D00}"/>
          </ac:spMkLst>
        </pc:spChg>
        <pc:spChg chg="mod">
          <ac:chgData name="张 炯杰" userId="2d331f25972451bb" providerId="LiveId" clId="{FE57B4C0-9E77-48FC-B23E-E14777C1C216}" dt="2021-08-12T11:33:15.702" v="13628" actId="20577"/>
          <ac:spMkLst>
            <pc:docMk/>
            <pc:sldMk cId="2722335034" sldId="315"/>
            <ac:spMk id="12291" creationId="{460FF6E3-11D7-48B2-AB15-505C0B5202C5}"/>
          </ac:spMkLst>
        </pc:spChg>
        <pc:picChg chg="del">
          <ac:chgData name="张 炯杰" userId="2d331f25972451bb" providerId="LiveId" clId="{FE57B4C0-9E77-48FC-B23E-E14777C1C216}" dt="2021-08-10T01:03:49.918" v="9733" actId="478"/>
          <ac:picMkLst>
            <pc:docMk/>
            <pc:sldMk cId="2722335034" sldId="315"/>
            <ac:picMk id="1026" creationId="{3B3E2AB0-B745-4896-8EA6-6F34442FDC4D}"/>
          </ac:picMkLst>
        </pc:picChg>
      </pc:sldChg>
      <pc:sldChg chg="addSp delSp modSp add mod">
        <pc:chgData name="张 炯杰" userId="2d331f25972451bb" providerId="LiveId" clId="{FE57B4C0-9E77-48FC-B23E-E14777C1C216}" dt="2021-08-12T12:17:21.177" v="13849" actId="20577"/>
        <pc:sldMkLst>
          <pc:docMk/>
          <pc:sldMk cId="1835719224" sldId="316"/>
        </pc:sldMkLst>
        <pc:spChg chg="mod">
          <ac:chgData name="张 炯杰" userId="2d331f25972451bb" providerId="LiveId" clId="{FE57B4C0-9E77-48FC-B23E-E14777C1C216}" dt="2021-08-10T07:05:08.092" v="11914" actId="20577"/>
          <ac:spMkLst>
            <pc:docMk/>
            <pc:sldMk cId="1835719224" sldId="316"/>
            <ac:spMk id="2" creationId="{0B07412C-07EF-4ACB-9F8C-2D49C3077D00}"/>
          </ac:spMkLst>
        </pc:spChg>
        <pc:spChg chg="add mod">
          <ac:chgData name="张 炯杰" userId="2d331f25972451bb" providerId="LiveId" clId="{FE57B4C0-9E77-48FC-B23E-E14777C1C216}" dt="2021-08-12T11:54:51.961" v="13671" actId="20577"/>
          <ac:spMkLst>
            <pc:docMk/>
            <pc:sldMk cId="1835719224" sldId="316"/>
            <ac:spMk id="3" creationId="{113AC8AD-72C8-441E-B83E-A8363F42B719}"/>
          </ac:spMkLst>
        </pc:spChg>
        <pc:spChg chg="add mod">
          <ac:chgData name="张 炯杰" userId="2d331f25972451bb" providerId="LiveId" clId="{FE57B4C0-9E77-48FC-B23E-E14777C1C216}" dt="2021-08-10T07:15:29.696" v="11925" actId="207"/>
          <ac:spMkLst>
            <pc:docMk/>
            <pc:sldMk cId="1835719224" sldId="316"/>
            <ac:spMk id="4" creationId="{7F1CA9A5-6C54-4D03-AD22-54D40B4A7A3A}"/>
          </ac:spMkLst>
        </pc:spChg>
        <pc:spChg chg="add mod">
          <ac:chgData name="张 炯杰" userId="2d331f25972451bb" providerId="LiveId" clId="{FE57B4C0-9E77-48FC-B23E-E14777C1C216}" dt="2021-08-10T07:15:42.804" v="11927" actId="1076"/>
          <ac:spMkLst>
            <pc:docMk/>
            <pc:sldMk cId="1835719224" sldId="316"/>
            <ac:spMk id="8" creationId="{0BAEB3A0-C633-4283-8523-90A3810775BF}"/>
          </ac:spMkLst>
        </pc:spChg>
        <pc:spChg chg="add del">
          <ac:chgData name="张 炯杰" userId="2d331f25972451bb" providerId="LiveId" clId="{FE57B4C0-9E77-48FC-B23E-E14777C1C216}" dt="2021-08-10T07:17:34.930" v="11969" actId="22"/>
          <ac:spMkLst>
            <pc:docMk/>
            <pc:sldMk cId="1835719224" sldId="316"/>
            <ac:spMk id="10" creationId="{D3F044EA-609C-41A4-B731-CAD0E70136AF}"/>
          </ac:spMkLst>
        </pc:spChg>
        <pc:spChg chg="mod">
          <ac:chgData name="张 炯杰" userId="2d331f25972451bb" providerId="LiveId" clId="{FE57B4C0-9E77-48FC-B23E-E14777C1C216}" dt="2021-08-12T12:17:21.177" v="13849" actId="20577"/>
          <ac:spMkLst>
            <pc:docMk/>
            <pc:sldMk cId="1835719224" sldId="316"/>
            <ac:spMk id="12291" creationId="{460FF6E3-11D7-48B2-AB15-505C0B5202C5}"/>
          </ac:spMkLst>
        </pc:spChg>
        <pc:picChg chg="add mod">
          <ac:chgData name="张 炯杰" userId="2d331f25972451bb" providerId="LiveId" clId="{FE57B4C0-9E77-48FC-B23E-E14777C1C216}" dt="2021-08-10T07:00:22.981" v="11570" actId="1076"/>
          <ac:picMkLst>
            <pc:docMk/>
            <pc:sldMk cId="1835719224" sldId="316"/>
            <ac:picMk id="2050" creationId="{09524986-810A-45AA-8D74-78929510D0D3}"/>
          </ac:picMkLst>
        </pc:picChg>
      </pc:sldChg>
      <pc:sldChg chg="addSp delSp modSp add mod">
        <pc:chgData name="张 炯杰" userId="2d331f25972451bb" providerId="LiveId" clId="{FE57B4C0-9E77-48FC-B23E-E14777C1C216}" dt="2021-08-12T11:56:26.265" v="13673"/>
        <pc:sldMkLst>
          <pc:docMk/>
          <pc:sldMk cId="955551606" sldId="317"/>
        </pc:sldMkLst>
        <pc:spChg chg="mod">
          <ac:chgData name="张 炯杰" userId="2d331f25972451bb" providerId="LiveId" clId="{FE57B4C0-9E77-48FC-B23E-E14777C1C216}" dt="2021-08-12T11:56:20.570" v="13672" actId="21"/>
          <ac:spMkLst>
            <pc:docMk/>
            <pc:sldMk cId="955551606" sldId="317"/>
            <ac:spMk id="2" creationId="{0B07412C-07EF-4ACB-9F8C-2D49C3077D00}"/>
          </ac:spMkLst>
        </pc:spChg>
        <pc:spChg chg="del">
          <ac:chgData name="张 炯杰" userId="2d331f25972451bb" providerId="LiveId" clId="{FE57B4C0-9E77-48FC-B23E-E14777C1C216}" dt="2021-08-10T08:22:26.518" v="12308" actId="478"/>
          <ac:spMkLst>
            <pc:docMk/>
            <pc:sldMk cId="955551606" sldId="317"/>
            <ac:spMk id="4" creationId="{4E7B4D17-BC1D-4F79-84AB-24E79A7154AC}"/>
          </ac:spMkLst>
        </pc:spChg>
        <pc:spChg chg="del">
          <ac:chgData name="张 炯杰" userId="2d331f25972451bb" providerId="LiveId" clId="{FE57B4C0-9E77-48FC-B23E-E14777C1C216}" dt="2021-08-10T08:22:28.203" v="12309" actId="478"/>
          <ac:spMkLst>
            <pc:docMk/>
            <pc:sldMk cId="955551606" sldId="317"/>
            <ac:spMk id="8" creationId="{ADD4E481-4BC6-4CBE-8D62-A07B4D3E36B8}"/>
          </ac:spMkLst>
        </pc:spChg>
        <pc:spChg chg="mod">
          <ac:chgData name="张 炯杰" userId="2d331f25972451bb" providerId="LiveId" clId="{FE57B4C0-9E77-48FC-B23E-E14777C1C216}" dt="2021-08-12T11:56:26.265" v="13673"/>
          <ac:spMkLst>
            <pc:docMk/>
            <pc:sldMk cId="955551606" sldId="317"/>
            <ac:spMk id="12291" creationId="{460FF6E3-11D7-48B2-AB15-505C0B5202C5}"/>
          </ac:spMkLst>
        </pc:spChg>
        <pc:picChg chg="add mod">
          <ac:chgData name="张 炯杰" userId="2d331f25972451bb" providerId="LiveId" clId="{FE57B4C0-9E77-48FC-B23E-E14777C1C216}" dt="2021-08-10T08:30:12.745" v="12364" actId="14100"/>
          <ac:picMkLst>
            <pc:docMk/>
            <pc:sldMk cId="955551606" sldId="317"/>
            <ac:picMk id="6" creationId="{21F4922C-D4FB-4B5E-B0EA-B0DD082EDB97}"/>
          </ac:picMkLst>
        </pc:picChg>
        <pc:picChg chg="del">
          <ac:chgData name="张 炯杰" userId="2d331f25972451bb" providerId="LiveId" clId="{FE57B4C0-9E77-48FC-B23E-E14777C1C216}" dt="2021-08-10T08:15:04.216" v="12223" actId="478"/>
          <ac:picMkLst>
            <pc:docMk/>
            <pc:sldMk cId="955551606" sldId="317"/>
            <ac:picMk id="4098" creationId="{70601E8E-0C6E-4D2D-AB13-7F27EFB0D810}"/>
          </ac:picMkLst>
        </pc:picChg>
      </pc:sldChg>
      <pc:sldChg chg="modSp add mod">
        <pc:chgData name="张 炯杰" userId="2d331f25972451bb" providerId="LiveId" clId="{FE57B4C0-9E77-48FC-B23E-E14777C1C216}" dt="2021-08-12T11:59:16.232" v="13759"/>
        <pc:sldMkLst>
          <pc:docMk/>
          <pc:sldMk cId="107321982" sldId="318"/>
        </pc:sldMkLst>
        <pc:spChg chg="mod">
          <ac:chgData name="张 炯杰" userId="2d331f25972451bb" providerId="LiveId" clId="{FE57B4C0-9E77-48FC-B23E-E14777C1C216}" dt="2021-08-12T11:59:16.232" v="13759"/>
          <ac:spMkLst>
            <pc:docMk/>
            <pc:sldMk cId="107321982" sldId="318"/>
            <ac:spMk id="12291" creationId="{460FF6E3-11D7-48B2-AB15-505C0B5202C5}"/>
          </ac:spMkLst>
        </pc:spChg>
      </pc:sldChg>
      <pc:sldChg chg="addSp delSp modSp add del mod addCm delCm modCm">
        <pc:chgData name="张 炯杰" userId="2d331f25972451bb" providerId="LiveId" clId="{FE57B4C0-9E77-48FC-B23E-E14777C1C216}" dt="2021-08-10T13:30:24.417" v="13496" actId="2696"/>
        <pc:sldMkLst>
          <pc:docMk/>
          <pc:sldMk cId="1736186020" sldId="318"/>
        </pc:sldMkLst>
        <pc:spChg chg="mod">
          <ac:chgData name="张 炯杰" userId="2d331f25972451bb" providerId="LiveId" clId="{FE57B4C0-9E77-48FC-B23E-E14777C1C216}" dt="2021-08-10T13:09:42.743" v="13130" actId="20577"/>
          <ac:spMkLst>
            <pc:docMk/>
            <pc:sldMk cId="1736186020" sldId="318"/>
            <ac:spMk id="2" creationId="{0B07412C-07EF-4ACB-9F8C-2D49C3077D00}"/>
          </ac:spMkLst>
        </pc:spChg>
        <pc:picChg chg="add del mod">
          <ac:chgData name="张 炯杰" userId="2d331f25972451bb" providerId="LiveId" clId="{FE57B4C0-9E77-48FC-B23E-E14777C1C216}" dt="2021-08-10T13:01:04.618" v="12915" actId="478"/>
          <ac:picMkLst>
            <pc:docMk/>
            <pc:sldMk cId="1736186020" sldId="318"/>
            <ac:picMk id="5" creationId="{2F13FC8A-209B-4A09-BFD3-09CD30D00997}"/>
          </ac:picMkLst>
        </pc:picChg>
        <pc:picChg chg="del">
          <ac:chgData name="张 炯杰" userId="2d331f25972451bb" providerId="LiveId" clId="{FE57B4C0-9E77-48FC-B23E-E14777C1C216}" dt="2021-08-10T12:49:58.024" v="12694" actId="478"/>
          <ac:picMkLst>
            <pc:docMk/>
            <pc:sldMk cId="1736186020" sldId="318"/>
            <ac:picMk id="6" creationId="{21F4922C-D4FB-4B5E-B0EA-B0DD082EDB97}"/>
          </ac:picMkLst>
        </pc:picChg>
        <pc:picChg chg="add mod">
          <ac:chgData name="张 炯杰" userId="2d331f25972451bb" providerId="LiveId" clId="{FE57B4C0-9E77-48FC-B23E-E14777C1C216}" dt="2021-08-10T13:01:57.421" v="12982" actId="1076"/>
          <ac:picMkLst>
            <pc:docMk/>
            <pc:sldMk cId="1736186020" sldId="318"/>
            <ac:picMk id="8" creationId="{DC54335B-223C-4523-9511-199D07BD9D95}"/>
          </ac:picMkLst>
        </pc:picChg>
        <pc:picChg chg="add del mod">
          <ac:chgData name="张 炯杰" userId="2d331f25972451bb" providerId="LiveId" clId="{FE57B4C0-9E77-48FC-B23E-E14777C1C216}" dt="2021-08-10T13:03:48.976" v="13086" actId="478"/>
          <ac:picMkLst>
            <pc:docMk/>
            <pc:sldMk cId="1736186020" sldId="318"/>
            <ac:picMk id="10" creationId="{CE53B284-6B88-4664-9292-1B087A29F5BB}"/>
          </ac:picMkLst>
        </pc:picChg>
        <pc:picChg chg="add mod">
          <ac:chgData name="张 炯杰" userId="2d331f25972451bb" providerId="LiveId" clId="{FE57B4C0-9E77-48FC-B23E-E14777C1C216}" dt="2021-08-10T13:04:57.675" v="13093" actId="1076"/>
          <ac:picMkLst>
            <pc:docMk/>
            <pc:sldMk cId="1736186020" sldId="318"/>
            <ac:picMk id="12" creationId="{422852C7-2F70-42BD-A3C1-789441AC489A}"/>
          </ac:picMkLst>
        </pc:picChg>
        <pc:picChg chg="add del mod">
          <ac:chgData name="张 炯杰" userId="2d331f25972451bb" providerId="LiveId" clId="{FE57B4C0-9E77-48FC-B23E-E14777C1C216}" dt="2021-08-10T13:09:37.274" v="13128" actId="478"/>
          <ac:picMkLst>
            <pc:docMk/>
            <pc:sldMk cId="1736186020" sldId="318"/>
            <ac:picMk id="14" creationId="{96B7269B-7021-47A2-91A1-63EF469F81FA}"/>
          </ac:picMkLst>
        </pc:picChg>
      </pc:sldChg>
      <pc:sldChg chg="add del">
        <pc:chgData name="张 炯杰" userId="2d331f25972451bb" providerId="LiveId" clId="{FE57B4C0-9E77-48FC-B23E-E14777C1C216}" dt="2021-08-10T11:51:52.371" v="12399" actId="2696"/>
        <pc:sldMkLst>
          <pc:docMk/>
          <pc:sldMk cId="2036881821" sldId="318"/>
        </pc:sldMkLst>
      </pc:sldChg>
      <pc:sldChg chg="addSp delSp modSp add mod ord setBg">
        <pc:chgData name="张 炯杰" userId="2d331f25972451bb" providerId="LiveId" clId="{FE57B4C0-9E77-48FC-B23E-E14777C1C216}" dt="2021-08-12T13:42:24.911" v="14872"/>
        <pc:sldMkLst>
          <pc:docMk/>
          <pc:sldMk cId="2457979001" sldId="319"/>
        </pc:sldMkLst>
        <pc:spChg chg="mod">
          <ac:chgData name="张 炯杰" userId="2d331f25972451bb" providerId="LiveId" clId="{FE57B4C0-9E77-48FC-B23E-E14777C1C216}" dt="2021-08-12T11:56:47.964" v="13674" actId="20577"/>
          <ac:spMkLst>
            <pc:docMk/>
            <pc:sldMk cId="2457979001" sldId="319"/>
            <ac:spMk id="2" creationId="{0B07412C-07EF-4ACB-9F8C-2D49C3077D00}"/>
          </ac:spMkLst>
        </pc:spChg>
        <pc:spChg chg="add del mod">
          <ac:chgData name="张 炯杰" userId="2d331f25972451bb" providerId="LiveId" clId="{FE57B4C0-9E77-48FC-B23E-E14777C1C216}" dt="2021-08-10T13:21:25.229" v="13440"/>
          <ac:spMkLst>
            <pc:docMk/>
            <pc:sldMk cId="2457979001" sldId="319"/>
            <ac:spMk id="11" creationId="{055BB83A-4957-4063-8D17-0BA3E64B2035}"/>
          </ac:spMkLst>
        </pc:spChg>
        <pc:spChg chg="add del mod">
          <ac:chgData name="张 炯杰" userId="2d331f25972451bb" providerId="LiveId" clId="{FE57B4C0-9E77-48FC-B23E-E14777C1C216}" dt="2021-08-10T13:21:25.229" v="13440"/>
          <ac:spMkLst>
            <pc:docMk/>
            <pc:sldMk cId="2457979001" sldId="319"/>
            <ac:spMk id="14" creationId="{36B59BFE-CA87-4222-9A8B-DA57D4119C34}"/>
          </ac:spMkLst>
        </pc:spChg>
        <pc:spChg chg="add mod">
          <ac:chgData name="张 炯杰" userId="2d331f25972451bb" providerId="LiveId" clId="{FE57B4C0-9E77-48FC-B23E-E14777C1C216}" dt="2021-08-10T13:40:28.068" v="13549" actId="13822"/>
          <ac:spMkLst>
            <pc:docMk/>
            <pc:sldMk cId="2457979001" sldId="319"/>
            <ac:spMk id="19" creationId="{FCA533F3-2D90-462E-9FCB-FC2110F5B288}"/>
          </ac:spMkLst>
        </pc:spChg>
        <pc:spChg chg="add mod">
          <ac:chgData name="张 炯杰" userId="2d331f25972451bb" providerId="LiveId" clId="{FE57B4C0-9E77-48FC-B23E-E14777C1C216}" dt="2021-08-10T13:41:30.751" v="13588" actId="207"/>
          <ac:spMkLst>
            <pc:docMk/>
            <pc:sldMk cId="2457979001" sldId="319"/>
            <ac:spMk id="20" creationId="{E2D58316-2AA4-4A63-9127-A09A6F3D8FB9}"/>
          </ac:spMkLst>
        </pc:spChg>
        <pc:spChg chg="mod">
          <ac:chgData name="张 炯杰" userId="2d331f25972451bb" providerId="LiveId" clId="{FE57B4C0-9E77-48FC-B23E-E14777C1C216}" dt="2021-08-12T11:58:55.356" v="13758" actId="108"/>
          <ac:spMkLst>
            <pc:docMk/>
            <pc:sldMk cId="2457979001" sldId="319"/>
            <ac:spMk id="12291" creationId="{460FF6E3-11D7-48B2-AB15-505C0B5202C5}"/>
          </ac:spMkLst>
        </pc:spChg>
        <pc:graphicFrameChg chg="add del mod">
          <ac:chgData name="张 炯杰" userId="2d331f25972451bb" providerId="LiveId" clId="{FE57B4C0-9E77-48FC-B23E-E14777C1C216}" dt="2021-08-10T13:21:25.229" v="13440"/>
          <ac:graphicFrameMkLst>
            <pc:docMk/>
            <pc:sldMk cId="2457979001" sldId="319"/>
            <ac:graphicFrameMk id="13" creationId="{E0B8FB72-1EC3-494C-9551-B2DC25DC3B8D}"/>
          </ac:graphicFrameMkLst>
        </pc:graphicFrameChg>
        <pc:picChg chg="add del mod">
          <ac:chgData name="张 炯杰" userId="2d331f25972451bb" providerId="LiveId" clId="{FE57B4C0-9E77-48FC-B23E-E14777C1C216}" dt="2021-08-10T13:11:42.663" v="13279" actId="478"/>
          <ac:picMkLst>
            <pc:docMk/>
            <pc:sldMk cId="2457979001" sldId="319"/>
            <ac:picMk id="5" creationId="{23D6425B-0F1F-49F3-A7D2-44F873F64EFB}"/>
          </ac:picMkLst>
        </pc:picChg>
        <pc:picChg chg="add del mod">
          <ac:chgData name="张 炯杰" userId="2d331f25972451bb" providerId="LiveId" clId="{FE57B4C0-9E77-48FC-B23E-E14777C1C216}" dt="2021-08-10T13:20:36.346" v="13377" actId="478"/>
          <ac:picMkLst>
            <pc:docMk/>
            <pc:sldMk cId="2457979001" sldId="319"/>
            <ac:picMk id="7" creationId="{70B9AA7B-CA3D-4329-B254-D674C063F65F}"/>
          </ac:picMkLst>
        </pc:picChg>
        <pc:picChg chg="del">
          <ac:chgData name="张 炯杰" userId="2d331f25972451bb" providerId="LiveId" clId="{FE57B4C0-9E77-48FC-B23E-E14777C1C216}" dt="2021-08-10T13:09:57" v="13132" actId="478"/>
          <ac:picMkLst>
            <pc:docMk/>
            <pc:sldMk cId="2457979001" sldId="319"/>
            <ac:picMk id="8" creationId="{DC54335B-223C-4523-9511-199D07BD9D95}"/>
          </ac:picMkLst>
        </pc:picChg>
        <pc:picChg chg="add del mod">
          <ac:chgData name="张 炯杰" userId="2d331f25972451bb" providerId="LiveId" clId="{FE57B4C0-9E77-48FC-B23E-E14777C1C216}" dt="2021-08-10T13:19:17.651" v="13301" actId="478"/>
          <ac:picMkLst>
            <pc:docMk/>
            <pc:sldMk cId="2457979001" sldId="319"/>
            <ac:picMk id="10" creationId="{A9D5EA10-00EE-4E89-B4D8-B2F2827B611E}"/>
          </ac:picMkLst>
        </pc:picChg>
        <pc:picChg chg="del">
          <ac:chgData name="张 炯杰" userId="2d331f25972451bb" providerId="LiveId" clId="{FE57B4C0-9E77-48FC-B23E-E14777C1C216}" dt="2021-08-10T13:09:57.615" v="13133" actId="478"/>
          <ac:picMkLst>
            <pc:docMk/>
            <pc:sldMk cId="2457979001" sldId="319"/>
            <ac:picMk id="12" creationId="{422852C7-2F70-42BD-A3C1-789441AC489A}"/>
          </ac:picMkLst>
        </pc:picChg>
        <pc:picChg chg="add del mod">
          <ac:chgData name="张 炯杰" userId="2d331f25972451bb" providerId="LiveId" clId="{FE57B4C0-9E77-48FC-B23E-E14777C1C216}" dt="2021-08-10T13:35:56.962" v="13524" actId="478"/>
          <ac:picMkLst>
            <pc:docMk/>
            <pc:sldMk cId="2457979001" sldId="319"/>
            <ac:picMk id="16" creationId="{185EAE47-09C8-4AF5-B7B0-DBE98F3791AA}"/>
          </ac:picMkLst>
        </pc:picChg>
        <pc:picChg chg="add mod">
          <ac:chgData name="张 炯杰" userId="2d331f25972451bb" providerId="LiveId" clId="{FE57B4C0-9E77-48FC-B23E-E14777C1C216}" dt="2021-08-10T13:39:52.836" v="13543" actId="1076"/>
          <ac:picMkLst>
            <pc:docMk/>
            <pc:sldMk cId="2457979001" sldId="319"/>
            <ac:picMk id="18" creationId="{48A96BDE-4F69-4E1B-9748-AFEBCA7E987D}"/>
          </ac:picMkLst>
        </pc:picChg>
      </pc:sldChg>
      <pc:sldChg chg="addSp delSp modSp add mod">
        <pc:chgData name="张 炯杰" userId="2d331f25972451bb" providerId="LiveId" clId="{FE57B4C0-9E77-48FC-B23E-E14777C1C216}" dt="2021-08-12T13:01:29.505" v="14616" actId="207"/>
        <pc:sldMkLst>
          <pc:docMk/>
          <pc:sldMk cId="2526267002" sldId="320"/>
        </pc:sldMkLst>
        <pc:spChg chg="del mod">
          <ac:chgData name="张 炯杰" userId="2d331f25972451bb" providerId="LiveId" clId="{FE57B4C0-9E77-48FC-B23E-E14777C1C216}" dt="2021-08-12T11:59:42.783" v="13801"/>
          <ac:spMkLst>
            <pc:docMk/>
            <pc:sldMk cId="2526267002" sldId="320"/>
            <ac:spMk id="2" creationId="{0B07412C-07EF-4ACB-9F8C-2D49C3077D00}"/>
          </ac:spMkLst>
        </pc:spChg>
        <pc:spChg chg="add mod">
          <ac:chgData name="张 炯杰" userId="2d331f25972451bb" providerId="LiveId" clId="{FE57B4C0-9E77-48FC-B23E-E14777C1C216}" dt="2021-08-12T13:01:29.505" v="14616" actId="207"/>
          <ac:spMkLst>
            <pc:docMk/>
            <pc:sldMk cId="2526267002" sldId="320"/>
            <ac:spMk id="10" creationId="{A6E373D3-05C4-4C34-B06F-3D2399081A4F}"/>
          </ac:spMkLst>
        </pc:spChg>
        <pc:spChg chg="del">
          <ac:chgData name="张 炯杰" userId="2d331f25972451bb" providerId="LiveId" clId="{FE57B4C0-9E77-48FC-B23E-E14777C1C216}" dt="2021-08-12T11:59:43.434" v="13802" actId="478"/>
          <ac:spMkLst>
            <pc:docMk/>
            <pc:sldMk cId="2526267002" sldId="320"/>
            <ac:spMk id="19" creationId="{FCA533F3-2D90-462E-9FCB-FC2110F5B288}"/>
          </ac:spMkLst>
        </pc:spChg>
        <pc:spChg chg="del mod">
          <ac:chgData name="张 炯杰" userId="2d331f25972451bb" providerId="LiveId" clId="{FE57B4C0-9E77-48FC-B23E-E14777C1C216}" dt="2021-08-12T11:59:42.780" v="13799" actId="478"/>
          <ac:spMkLst>
            <pc:docMk/>
            <pc:sldMk cId="2526267002" sldId="320"/>
            <ac:spMk id="20" creationId="{E2D58316-2AA4-4A63-9127-A09A6F3D8FB9}"/>
          </ac:spMkLst>
        </pc:spChg>
        <pc:spChg chg="mod">
          <ac:chgData name="张 炯杰" userId="2d331f25972451bb" providerId="LiveId" clId="{FE57B4C0-9E77-48FC-B23E-E14777C1C216}" dt="2021-08-12T11:59:34.326" v="13796" actId="20577"/>
          <ac:spMkLst>
            <pc:docMk/>
            <pc:sldMk cId="2526267002" sldId="320"/>
            <ac:spMk id="12291" creationId="{460FF6E3-11D7-48B2-AB15-505C0B5202C5}"/>
          </ac:spMkLst>
        </pc:spChg>
        <pc:picChg chg="del">
          <ac:chgData name="张 炯杰" userId="2d331f25972451bb" providerId="LiveId" clId="{FE57B4C0-9E77-48FC-B23E-E14777C1C216}" dt="2021-08-12T11:59:43.939" v="13803" actId="478"/>
          <ac:picMkLst>
            <pc:docMk/>
            <pc:sldMk cId="2526267002" sldId="320"/>
            <ac:picMk id="18" creationId="{48A96BDE-4F69-4E1B-9748-AFEBCA7E987D}"/>
          </ac:picMkLst>
        </pc:picChg>
      </pc:sldChg>
      <pc:sldChg chg="addSp delSp modSp add mod">
        <pc:chgData name="张 炯杰" userId="2d331f25972451bb" providerId="LiveId" clId="{FE57B4C0-9E77-48FC-B23E-E14777C1C216}" dt="2021-08-12T13:21:22.574" v="14816" actId="207"/>
        <pc:sldMkLst>
          <pc:docMk/>
          <pc:sldMk cId="1940676081" sldId="321"/>
        </pc:sldMkLst>
        <pc:spChg chg="add del mod">
          <ac:chgData name="张 炯杰" userId="2d331f25972451bb" providerId="LiveId" clId="{FE57B4C0-9E77-48FC-B23E-E14777C1C216}" dt="2021-08-12T13:21:22.574" v="14816" actId="207"/>
          <ac:spMkLst>
            <pc:docMk/>
            <pc:sldMk cId="1940676081" sldId="321"/>
            <ac:spMk id="8" creationId="{F5636AD8-977B-4377-9A46-DA71EA6BF707}"/>
          </ac:spMkLst>
        </pc:spChg>
        <pc:spChg chg="mod">
          <ac:chgData name="张 炯杰" userId="2d331f25972451bb" providerId="LiveId" clId="{FE57B4C0-9E77-48FC-B23E-E14777C1C216}" dt="2021-08-12T13:01:39.423" v="14626" actId="20577"/>
          <ac:spMkLst>
            <pc:docMk/>
            <pc:sldMk cId="1940676081" sldId="321"/>
            <ac:spMk id="10" creationId="{A6E373D3-05C4-4C34-B06F-3D2399081A4F}"/>
          </ac:spMkLst>
        </pc:spChg>
        <pc:picChg chg="add mod">
          <ac:chgData name="张 炯杰" userId="2d331f25972451bb" providerId="LiveId" clId="{FE57B4C0-9E77-48FC-B23E-E14777C1C216}" dt="2021-08-12T13:21:09.139" v="14813" actId="1076"/>
          <ac:picMkLst>
            <pc:docMk/>
            <pc:sldMk cId="1940676081" sldId="321"/>
            <ac:picMk id="4" creationId="{A420FC52-F9F2-4A62-B3F2-59094F837C1B}"/>
          </ac:picMkLst>
        </pc:picChg>
        <pc:picChg chg="add mod">
          <ac:chgData name="张 炯杰" userId="2d331f25972451bb" providerId="LiveId" clId="{FE57B4C0-9E77-48FC-B23E-E14777C1C216}" dt="2021-08-12T13:21:12.098" v="14814" actId="1076"/>
          <ac:picMkLst>
            <pc:docMk/>
            <pc:sldMk cId="1940676081" sldId="321"/>
            <ac:picMk id="6" creationId="{5DEE774C-05FF-423F-A308-2A4EC4DE6AF2}"/>
          </ac:picMkLst>
        </pc:picChg>
      </pc:sldChg>
      <pc:sldChg chg="addSp delSp modSp add mod">
        <pc:chgData name="张 炯杰" userId="2d331f25972451bb" providerId="LiveId" clId="{FE57B4C0-9E77-48FC-B23E-E14777C1C216}" dt="2021-08-12T13:17:54.795" v="14795" actId="20577"/>
        <pc:sldMkLst>
          <pc:docMk/>
          <pc:sldMk cId="1182478716" sldId="322"/>
        </pc:sldMkLst>
        <pc:spChg chg="del">
          <ac:chgData name="张 炯杰" userId="2d331f25972451bb" providerId="LiveId" clId="{FE57B4C0-9E77-48FC-B23E-E14777C1C216}" dt="2021-08-12T13:11:16.492" v="14757" actId="478"/>
          <ac:spMkLst>
            <pc:docMk/>
            <pc:sldMk cId="1182478716" sldId="322"/>
            <ac:spMk id="8" creationId="{F5636AD8-977B-4377-9A46-DA71EA6BF707}"/>
          </ac:spMkLst>
        </pc:spChg>
        <pc:spChg chg="mod">
          <ac:chgData name="张 炯杰" userId="2d331f25972451bb" providerId="LiveId" clId="{FE57B4C0-9E77-48FC-B23E-E14777C1C216}" dt="2021-08-12T13:17:54.795" v="14795" actId="20577"/>
          <ac:spMkLst>
            <pc:docMk/>
            <pc:sldMk cId="1182478716" sldId="322"/>
            <ac:spMk id="10" creationId="{A6E373D3-05C4-4C34-B06F-3D2399081A4F}"/>
          </ac:spMkLst>
        </pc:spChg>
        <pc:graphicFrameChg chg="add del mod">
          <ac:chgData name="张 炯杰" userId="2d331f25972451bb" providerId="LiveId" clId="{FE57B4C0-9E77-48FC-B23E-E14777C1C216}" dt="2021-08-12T13:11:48.394" v="14759"/>
          <ac:graphicFrameMkLst>
            <pc:docMk/>
            <pc:sldMk cId="1182478716" sldId="322"/>
            <ac:graphicFrameMk id="2" creationId="{4EFACF9E-68EC-4C1B-BF14-3FAEF3916F72}"/>
          </ac:graphicFrameMkLst>
        </pc:graphicFrameChg>
        <pc:picChg chg="del">
          <ac:chgData name="张 炯杰" userId="2d331f25972451bb" providerId="LiveId" clId="{FE57B4C0-9E77-48FC-B23E-E14777C1C216}" dt="2021-08-12T13:11:09.362" v="14755" actId="478"/>
          <ac:picMkLst>
            <pc:docMk/>
            <pc:sldMk cId="1182478716" sldId="322"/>
            <ac:picMk id="4" creationId="{A420FC52-F9F2-4A62-B3F2-59094F837C1B}"/>
          </ac:picMkLst>
        </pc:picChg>
      </pc:sldChg>
      <pc:sldChg chg="modSp add mod">
        <pc:chgData name="张 炯杰" userId="2d331f25972451bb" providerId="LiveId" clId="{FE57B4C0-9E77-48FC-B23E-E14777C1C216}" dt="2021-08-12T13:26:53.504" v="14839" actId="20577"/>
        <pc:sldMkLst>
          <pc:docMk/>
          <pc:sldMk cId="3709118303" sldId="323"/>
        </pc:sldMkLst>
        <pc:spChg chg="mod">
          <ac:chgData name="张 炯杰" userId="2d331f25972451bb" providerId="LiveId" clId="{FE57B4C0-9E77-48FC-B23E-E14777C1C216}" dt="2021-08-12T13:26:53.504" v="14839" actId="20577"/>
          <ac:spMkLst>
            <pc:docMk/>
            <pc:sldMk cId="3709118303" sldId="323"/>
            <ac:spMk id="4" creationId="{4E7B4D17-BC1D-4F79-84AB-24E79A7154AC}"/>
          </ac:spMkLst>
        </pc:spChg>
        <pc:spChg chg="mod">
          <ac:chgData name="张 炯杰" userId="2d331f25972451bb" providerId="LiveId" clId="{FE57B4C0-9E77-48FC-B23E-E14777C1C216}" dt="2021-08-12T13:26:38.050" v="14835" actId="20578"/>
          <ac:spMkLst>
            <pc:docMk/>
            <pc:sldMk cId="3709118303" sldId="323"/>
            <ac:spMk id="8" creationId="{ADD4E481-4BC6-4CBE-8D62-A07B4D3E36B8}"/>
          </ac:spMkLst>
        </pc:spChg>
      </pc:sldChg>
      <pc:sldChg chg="delSp modSp add mod ord">
        <pc:chgData name="张 炯杰" userId="2d331f25972451bb" providerId="LiveId" clId="{FE57B4C0-9E77-48FC-B23E-E14777C1C216}" dt="2021-08-12T13:47:49.692" v="14880"/>
        <pc:sldMkLst>
          <pc:docMk/>
          <pc:sldMk cId="1997564802" sldId="324"/>
        </pc:sldMkLst>
        <pc:spChg chg="mod">
          <ac:chgData name="张 炯杰" userId="2d331f25972451bb" providerId="LiveId" clId="{FE57B4C0-9E77-48FC-B23E-E14777C1C216}" dt="2021-08-12T13:33:04.567" v="14870" actId="20577"/>
          <ac:spMkLst>
            <pc:docMk/>
            <pc:sldMk cId="1997564802" sldId="324"/>
            <ac:spMk id="2" creationId="{0B07412C-07EF-4ACB-9F8C-2D49C3077D00}"/>
          </ac:spMkLst>
        </pc:spChg>
        <pc:spChg chg="del">
          <ac:chgData name="张 炯杰" userId="2d331f25972451bb" providerId="LiveId" clId="{FE57B4C0-9E77-48FC-B23E-E14777C1C216}" dt="2021-08-12T13:27:13.395" v="14844" actId="478"/>
          <ac:spMkLst>
            <pc:docMk/>
            <pc:sldMk cId="1997564802" sldId="324"/>
            <ac:spMk id="4" creationId="{4E7B4D17-BC1D-4F79-84AB-24E79A7154AC}"/>
          </ac:spMkLst>
        </pc:spChg>
        <pc:spChg chg="del">
          <ac:chgData name="张 炯杰" userId="2d331f25972451bb" providerId="LiveId" clId="{FE57B4C0-9E77-48FC-B23E-E14777C1C216}" dt="2021-08-12T13:27:15.180" v="14845" actId="478"/>
          <ac:spMkLst>
            <pc:docMk/>
            <pc:sldMk cId="1997564802" sldId="324"/>
            <ac:spMk id="8" creationId="{ADD4E481-4BC6-4CBE-8D62-A07B4D3E36B8}"/>
          </ac:spMkLst>
        </pc:spChg>
        <pc:picChg chg="del">
          <ac:chgData name="张 炯杰" userId="2d331f25972451bb" providerId="LiveId" clId="{FE57B4C0-9E77-48FC-B23E-E14777C1C216}" dt="2021-08-12T13:27:07.977" v="14842" actId="478"/>
          <ac:picMkLst>
            <pc:docMk/>
            <pc:sldMk cId="1997564802" sldId="324"/>
            <ac:picMk id="4098" creationId="{70601E8E-0C6E-4D2D-AB13-7F27EFB0D810}"/>
          </ac:picMkLst>
        </pc:picChg>
      </pc:sldChg>
      <pc:sldChg chg="modSp add mod">
        <pc:chgData name="张 炯杰" userId="2d331f25972451bb" providerId="LiveId" clId="{FE57B4C0-9E77-48FC-B23E-E14777C1C216}" dt="2021-08-12T14:03:50.396" v="15084" actId="20577"/>
        <pc:sldMkLst>
          <pc:docMk/>
          <pc:sldMk cId="547760670" sldId="325"/>
        </pc:sldMkLst>
        <pc:spChg chg="mod">
          <ac:chgData name="张 炯杰" userId="2d331f25972451bb" providerId="LiveId" clId="{FE57B4C0-9E77-48FC-B23E-E14777C1C216}" dt="2021-08-12T14:03:50.396" v="15084" actId="20577"/>
          <ac:spMkLst>
            <pc:docMk/>
            <pc:sldMk cId="547760670" sldId="325"/>
            <ac:spMk id="2" creationId="{0B07412C-07EF-4ACB-9F8C-2D49C3077D00}"/>
          </ac:spMkLst>
        </pc:spChg>
        <pc:spChg chg="mod">
          <ac:chgData name="张 炯杰" userId="2d331f25972451bb" providerId="LiveId" clId="{FE57B4C0-9E77-48FC-B23E-E14777C1C216}" dt="2021-08-12T13:55:32.713" v="14884"/>
          <ac:spMkLst>
            <pc:docMk/>
            <pc:sldMk cId="547760670" sldId="325"/>
            <ac:spMk id="12291" creationId="{460FF6E3-11D7-48B2-AB15-505C0B5202C5}"/>
          </ac:spMkLst>
        </pc:spChg>
      </pc:sldChg>
      <pc:sldChg chg="modSp add mod">
        <pc:chgData name="张 炯杰" userId="2d331f25972451bb" providerId="LiveId" clId="{FE57B4C0-9E77-48FC-B23E-E14777C1C216}" dt="2021-08-12T14:13:16.384" v="15197" actId="20577"/>
        <pc:sldMkLst>
          <pc:docMk/>
          <pc:sldMk cId="2212917574" sldId="326"/>
        </pc:sldMkLst>
        <pc:spChg chg="mod">
          <ac:chgData name="张 炯杰" userId="2d331f25972451bb" providerId="LiveId" clId="{FE57B4C0-9E77-48FC-B23E-E14777C1C216}" dt="2021-08-12T14:13:16.384" v="15197" actId="20577"/>
          <ac:spMkLst>
            <pc:docMk/>
            <pc:sldMk cId="2212917574" sldId="326"/>
            <ac:spMk id="2" creationId="{0B07412C-07EF-4ACB-9F8C-2D49C3077D00}"/>
          </ac:spMkLst>
        </pc:spChg>
      </pc:sldChg>
      <pc:sldChg chg="add">
        <pc:chgData name="张 炯杰" userId="2d331f25972451bb" providerId="LiveId" clId="{FE57B4C0-9E77-48FC-B23E-E14777C1C216}" dt="2021-08-12T14:16:21.032" v="15198"/>
        <pc:sldMkLst>
          <pc:docMk/>
          <pc:sldMk cId="1136017014" sldId="327"/>
        </pc:sldMkLst>
      </pc:sldChg>
    </pc:docChg>
  </pc:docChgLst>
  <pc:docChgLst>
    <pc:chgData name="张 炯杰" userId="2d331f25972451bb" providerId="LiveId" clId="{4B09E35C-924F-4DFB-A7D8-EF59618DB4B0}"/>
    <pc:docChg chg="custSel modSld sldOrd">
      <pc:chgData name="张 炯杰" userId="2d331f25972451bb" providerId="LiveId" clId="{4B09E35C-924F-4DFB-A7D8-EF59618DB4B0}" dt="2021-08-16T13:58:53.223" v="61" actId="207"/>
      <pc:docMkLst>
        <pc:docMk/>
      </pc:docMkLst>
      <pc:sldChg chg="addSp delSp modSp mod">
        <pc:chgData name="张 炯杰" userId="2d331f25972451bb" providerId="LiveId" clId="{4B09E35C-924F-4DFB-A7D8-EF59618DB4B0}" dt="2021-08-16T13:27:13.024" v="21" actId="1076"/>
        <pc:sldMkLst>
          <pc:docMk/>
          <pc:sldMk cId="881559280" sldId="314"/>
        </pc:sldMkLst>
        <pc:spChg chg="mod">
          <ac:chgData name="张 炯杰" userId="2d331f25972451bb" providerId="LiveId" clId="{4B09E35C-924F-4DFB-A7D8-EF59618DB4B0}" dt="2021-08-16T13:24:58.920" v="14"/>
          <ac:spMkLst>
            <pc:docMk/>
            <pc:sldMk cId="881559280" sldId="314"/>
            <ac:spMk id="2" creationId="{0B07412C-07EF-4ACB-9F8C-2D49C3077D00}"/>
          </ac:spMkLst>
        </pc:spChg>
        <pc:picChg chg="add del mod">
          <ac:chgData name="张 炯杰" userId="2d331f25972451bb" providerId="LiveId" clId="{4B09E35C-924F-4DFB-A7D8-EF59618DB4B0}" dt="2021-08-16T13:25:30.817" v="15" actId="478"/>
          <ac:picMkLst>
            <pc:docMk/>
            <pc:sldMk cId="881559280" sldId="314"/>
            <ac:picMk id="5" creationId="{FA5F8C82-894F-4213-9849-A04BD8A5CEB1}"/>
          </ac:picMkLst>
        </pc:picChg>
        <pc:picChg chg="add mod">
          <ac:chgData name="张 炯杰" userId="2d331f25972451bb" providerId="LiveId" clId="{4B09E35C-924F-4DFB-A7D8-EF59618DB4B0}" dt="2021-08-16T13:27:13.024" v="21" actId="1076"/>
          <ac:picMkLst>
            <pc:docMk/>
            <pc:sldMk cId="881559280" sldId="314"/>
            <ac:picMk id="7" creationId="{492B538A-6007-4A19-87A2-3DE594245730}"/>
          </ac:picMkLst>
        </pc:picChg>
      </pc:sldChg>
      <pc:sldChg chg="modSp mod">
        <pc:chgData name="张 炯杰" userId="2d331f25972451bb" providerId="LiveId" clId="{4B09E35C-924F-4DFB-A7D8-EF59618DB4B0}" dt="2021-08-16T13:55:03.440" v="56" actId="20577"/>
        <pc:sldMkLst>
          <pc:docMk/>
          <pc:sldMk cId="1835719224" sldId="316"/>
        </pc:sldMkLst>
        <pc:spChg chg="mod">
          <ac:chgData name="张 炯杰" userId="2d331f25972451bb" providerId="LiveId" clId="{4B09E35C-924F-4DFB-A7D8-EF59618DB4B0}" dt="2021-08-16T13:55:03.440" v="56" actId="20577"/>
          <ac:spMkLst>
            <pc:docMk/>
            <pc:sldMk cId="1835719224" sldId="316"/>
            <ac:spMk id="3" creationId="{113AC8AD-72C8-441E-B83E-A8363F42B719}"/>
          </ac:spMkLst>
        </pc:spChg>
      </pc:sldChg>
      <pc:sldChg chg="ord">
        <pc:chgData name="张 炯杰" userId="2d331f25972451bb" providerId="LiveId" clId="{4B09E35C-924F-4DFB-A7D8-EF59618DB4B0}" dt="2021-08-16T13:56:40.326" v="58"/>
        <pc:sldMkLst>
          <pc:docMk/>
          <pc:sldMk cId="3709118303" sldId="323"/>
        </pc:sldMkLst>
      </pc:sldChg>
      <pc:sldChg chg="modSp mod">
        <pc:chgData name="张 炯杰" userId="2d331f25972451bb" providerId="LiveId" clId="{4B09E35C-924F-4DFB-A7D8-EF59618DB4B0}" dt="2021-08-16T13:58:53.223" v="61" actId="207"/>
        <pc:sldMkLst>
          <pc:docMk/>
          <pc:sldMk cId="2212917574" sldId="326"/>
        </pc:sldMkLst>
        <pc:spChg chg="mod">
          <ac:chgData name="张 炯杰" userId="2d331f25972451bb" providerId="LiveId" clId="{4B09E35C-924F-4DFB-A7D8-EF59618DB4B0}" dt="2021-08-16T13:58:53.223" v="61" actId="207"/>
          <ac:spMkLst>
            <pc:docMk/>
            <pc:sldMk cId="2212917574" sldId="326"/>
            <ac:spMk id="2" creationId="{0B07412C-07EF-4ACB-9F8C-2D49C3077D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F48A20D-D6E6-4D60-A468-1DBD2BE66E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39A373D-7237-4F8A-A272-641A2B7F130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890C943E-6975-4787-9109-EFD019F6DBA0}" type="datetimeFigureOut">
              <a:rPr lang="zh-CN" altLang="en-US"/>
              <a:pPr>
                <a:defRPr/>
              </a:pPr>
              <a:t>2021/8/30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CCAA8599-189F-4764-B693-D81B8D9BB9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73B2DC2D-6153-483A-9DD0-BEF4BD9771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844AE5-C6AB-4C0D-B9F0-0069FE016AC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E3E77F-6772-4E0A-AA80-C7A09BC15B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4FBE8F6-7A5E-4225-AAA0-497B8481256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Documents and Settings\aaaaaa\桌面\图片2.jpg">
            <a:extLst>
              <a:ext uri="{FF2B5EF4-FFF2-40B4-BE49-F238E27FC236}">
                <a16:creationId xmlns:a16="http://schemas.microsoft.com/office/drawing/2014/main" id="{D9E15410-771D-4837-BE63-F7FEC003C70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24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6" descr="C:\Documents and Settings\aaaaaa\My Documents\萨瑞VI-Q3.png">
            <a:extLst>
              <a:ext uri="{FF2B5EF4-FFF2-40B4-BE49-F238E27FC236}">
                <a16:creationId xmlns:a16="http://schemas.microsoft.com/office/drawing/2014/main" id="{3C6CA95F-0153-4CDD-AB47-1A9D133D787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2313" y="214313"/>
            <a:ext cx="1836737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C:\Documents and Settings\aaaaaa\My Documents\萨瑞VI-Q5.png">
            <a:extLst>
              <a:ext uri="{FF2B5EF4-FFF2-40B4-BE49-F238E27FC236}">
                <a16:creationId xmlns:a16="http://schemas.microsoft.com/office/drawing/2014/main" id="{7B5B20B8-90A1-40AC-A29E-25282493585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6184900"/>
            <a:ext cx="25987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7" descr="C:\Documents and Settings\aaaaaa\桌面\萨瑞VI-Q.png">
            <a:extLst>
              <a:ext uri="{FF2B5EF4-FFF2-40B4-BE49-F238E27FC236}">
                <a16:creationId xmlns:a16="http://schemas.microsoft.com/office/drawing/2014/main" id="{299824A1-3978-4DFF-A363-E829E27D25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25" y="6559550"/>
            <a:ext cx="2928938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1500174"/>
            <a:ext cx="8229600" cy="1143000"/>
          </a:xfrm>
        </p:spPr>
        <p:txBody>
          <a:bodyPr>
            <a:normAutofit/>
          </a:bodyPr>
          <a:lstStyle>
            <a:lvl1pPr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69476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C:\Documents and Settings\aaaaaa\桌面\图片5.jpg">
            <a:extLst>
              <a:ext uri="{FF2B5EF4-FFF2-40B4-BE49-F238E27FC236}">
                <a16:creationId xmlns:a16="http://schemas.microsoft.com/office/drawing/2014/main" id="{24F74429-F110-43CD-8FC8-2809FFB86F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C:\Documents and Settings\aaaaaa\My Documents\萨瑞VI-Q3.png">
            <a:extLst>
              <a:ext uri="{FF2B5EF4-FFF2-40B4-BE49-F238E27FC236}">
                <a16:creationId xmlns:a16="http://schemas.microsoft.com/office/drawing/2014/main" id="{10341709-118E-4AFA-A214-1BD023E91C0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2313" y="214313"/>
            <a:ext cx="1836737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5357818" cy="857232"/>
          </a:xfrm>
        </p:spPr>
        <p:txBody>
          <a:bodyPr/>
          <a:lstStyle>
            <a:lvl1pPr algn="l"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3">
            <a:extLst>
              <a:ext uri="{FF2B5EF4-FFF2-40B4-BE49-F238E27FC236}">
                <a16:creationId xmlns:a16="http://schemas.microsoft.com/office/drawing/2014/main" id="{DA64D5E1-54EF-4FC6-9DF0-A5548C38E3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92875"/>
            <a:ext cx="64293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261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C:\Documents and Settings\aaaaaa\桌面\图片5.jpg">
            <a:extLst>
              <a:ext uri="{FF2B5EF4-FFF2-40B4-BE49-F238E27FC236}">
                <a16:creationId xmlns:a16="http://schemas.microsoft.com/office/drawing/2014/main" id="{44525651-E285-4E90-A418-35BB4E00D75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6" descr="C:\Documents and Settings\aaaaaa\My Documents\萨瑞VI-Q3.png">
            <a:extLst>
              <a:ext uri="{FF2B5EF4-FFF2-40B4-BE49-F238E27FC236}">
                <a16:creationId xmlns:a16="http://schemas.microsoft.com/office/drawing/2014/main" id="{BAAA752A-8E8C-4186-8E88-E19E61B1E06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2313" y="214313"/>
            <a:ext cx="1836737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06" y="71414"/>
            <a:ext cx="4286280" cy="714380"/>
          </a:xfrm>
        </p:spPr>
        <p:txBody>
          <a:bodyPr>
            <a:normAutofit/>
          </a:bodyPr>
          <a:lstStyle>
            <a:lvl1pPr algn="l"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页脚占位符 3">
            <a:extLst>
              <a:ext uri="{FF2B5EF4-FFF2-40B4-BE49-F238E27FC236}">
                <a16:creationId xmlns:a16="http://schemas.microsoft.com/office/drawing/2014/main" id="{961C9E3A-602E-46F6-852F-C603FFFB6F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92875"/>
            <a:ext cx="64293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186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aaaaaa\桌面\图片2.jpg">
            <a:extLst>
              <a:ext uri="{FF2B5EF4-FFF2-40B4-BE49-F238E27FC236}">
                <a16:creationId xmlns:a16="http://schemas.microsoft.com/office/drawing/2014/main" id="{A1619CB2-DA11-4685-A4E3-A3D281357B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6" descr="C:\Documents and Settings\aaaaaa\My Documents\萨瑞VI-Q3.png">
            <a:extLst>
              <a:ext uri="{FF2B5EF4-FFF2-40B4-BE49-F238E27FC236}">
                <a16:creationId xmlns:a16="http://schemas.microsoft.com/office/drawing/2014/main" id="{86CD6C07-1D45-4BFB-8A2D-A5978264B67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2313" y="214313"/>
            <a:ext cx="1836737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6">
            <a:extLst>
              <a:ext uri="{FF2B5EF4-FFF2-40B4-BE49-F238E27FC236}">
                <a16:creationId xmlns:a16="http://schemas.microsoft.com/office/drawing/2014/main" id="{080B01B4-2EEE-4293-8937-12E239708B67}"/>
              </a:ext>
            </a:extLst>
          </p:cNvPr>
          <p:cNvSpPr/>
          <p:nvPr userDrawn="1"/>
        </p:nvSpPr>
        <p:spPr>
          <a:xfrm>
            <a:off x="714348" y="2143116"/>
            <a:ext cx="7044715" cy="923330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>
            <a:spAutoFit/>
            <a:scene3d>
              <a:camera prst="obliqueTopLeft"/>
              <a:lightRig rig="glow" dir="tl">
                <a:rot lat="0" lon="0" rev="5400000"/>
              </a:lightRig>
            </a:scene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5400" dirty="0">
                <a:ln w="38100" cap="rnd">
                  <a:gradFill>
                    <a:gsLst>
                      <a:gs pos="0">
                        <a:srgbClr val="FFEFD1"/>
                      </a:gs>
                      <a:gs pos="0">
                        <a:srgbClr val="FFEFD1"/>
                      </a:gs>
                      <a:gs pos="0">
                        <a:srgbClr val="FFEFD1"/>
                      </a:gs>
                      <a:gs pos="0">
                        <a:srgbClr val="FFEFD1"/>
                      </a:gs>
                      <a:gs pos="0">
                        <a:srgbClr val="FFEFD1"/>
                      </a:gs>
                      <a:gs pos="0">
                        <a:srgbClr val="FFEFD1"/>
                      </a:gs>
                      <a:gs pos="0">
                        <a:srgbClr val="FFEFD1"/>
                      </a:gs>
                      <a:gs pos="64999">
                        <a:srgbClr val="F0EBD5"/>
                      </a:gs>
                      <a:gs pos="100000">
                        <a:srgbClr val="D1C39F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114300" dir="8580000" algn="tl">
                    <a:srgbClr val="000000">
                      <a:alpha val="30000"/>
                    </a:srgbClr>
                  </a:outerShdw>
                </a:effectLst>
                <a:latin typeface="Arial Rounded MT Bold" pitchFamily="34" charset="0"/>
              </a:rPr>
              <a:t>THANK YOU</a:t>
            </a:r>
          </a:p>
        </p:txBody>
      </p:sp>
      <p:pic>
        <p:nvPicPr>
          <p:cNvPr id="5" name="Picture 4" descr="C:\Documents and Settings\aaaaaa\My Documents\萨瑞VI-Q5.png">
            <a:extLst>
              <a:ext uri="{FF2B5EF4-FFF2-40B4-BE49-F238E27FC236}">
                <a16:creationId xmlns:a16="http://schemas.microsoft.com/office/drawing/2014/main" id="{7E96FF76-A881-444D-9566-9F65B95CDD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6184900"/>
            <a:ext cx="25987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7" descr="C:\Documents and Settings\aaaaaa\桌面\萨瑞VI-Q.png">
            <a:extLst>
              <a:ext uri="{FF2B5EF4-FFF2-40B4-BE49-F238E27FC236}">
                <a16:creationId xmlns:a16="http://schemas.microsoft.com/office/drawing/2014/main" id="{2DDC2873-0631-4AEF-AAB1-3B665CE6B1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25" y="6559550"/>
            <a:ext cx="2928938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967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7D5ACDE8-7E7F-4888-A290-F6F46A907BA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47EEE5AB-398D-4E5A-A460-21646EC014E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EFEA50-825F-4387-994B-C1A4EE0210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492875"/>
            <a:ext cx="7858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6" r:id="rId1"/>
    <p:sldLayoutId id="2147483977" r:id="rId2"/>
    <p:sldLayoutId id="2147483978" r:id="rId3"/>
    <p:sldLayoutId id="2147483979" r:id="rId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itchFamily="34" charset="0"/>
          <a:ea typeface="微软雅黑" pitchFamily="3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itchFamily="34" charset="0"/>
          <a:ea typeface="微软雅黑" pitchFamily="3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itchFamily="34" charset="0"/>
          <a:ea typeface="微软雅黑" pitchFamily="3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itchFamily="34" charset="0"/>
          <a:ea typeface="微软雅黑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itchFamily="34" charset="0"/>
          <a:ea typeface="微软雅黑" pitchFamily="34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itchFamily="34" charset="0"/>
          <a:ea typeface="微软雅黑" pitchFamily="34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itchFamily="34" charset="0"/>
          <a:ea typeface="微软雅黑" pitchFamily="34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itchFamily="34" charset="0"/>
          <a:ea typeface="微软雅黑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b="1" kern="1200">
          <a:solidFill>
            <a:srgbClr val="18799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Arial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hmdpim.atlassian.net/browse/COS-31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hmdpim.atlassian.net/browse/COS-3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hmdpim.atlassian.net/browse/COS-31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s://hmdpim.atlassian.net/browse/COS-31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hmdpim.atlassian.net/browse/COS-31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hmdpim.atlassian.net/browse/COS-31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s://hmdpim.atlassian.net/browse/COS-31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hmdpim.atlassian.net/browse/COS-31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hmdpim.atlassian.net/browse/COS-3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hmdpim.atlassian.net/browse/COS-31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hyperlink" Target="https://hmdpim.atlassian.net/browse/COS-3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hmdpim.atlassian.net/browse/COS-31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hmdpim.atlassian.net/browse/COS-31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hmdpim.atlassian.net/browse/COS-31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6">
            <a:extLst>
              <a:ext uri="{FF2B5EF4-FFF2-40B4-BE49-F238E27FC236}">
                <a16:creationId xmlns:a16="http://schemas.microsoft.com/office/drawing/2014/main" id="{2490068D-E923-416A-B2D3-6407865FAED1}"/>
              </a:ext>
            </a:extLst>
          </p:cNvPr>
          <p:cNvSpPr txBox="1">
            <a:spLocks/>
          </p:cNvSpPr>
          <p:nvPr/>
        </p:nvSpPr>
        <p:spPr bwMode="auto">
          <a:xfrm>
            <a:off x="611188" y="1500188"/>
            <a:ext cx="7993260" cy="1036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运营商常见需求解读和移动通信相关知识介绍</a:t>
            </a:r>
            <a:endParaRPr lang="en-US" altLang="zh-CN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ct val="0"/>
              </a:spcBef>
              <a:buFontTx/>
              <a:buNone/>
            </a:pPr>
            <a:endParaRPr lang="en-US" altLang="zh-CN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                            ------HMD MASP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需求总结</a:t>
            </a:r>
            <a:endParaRPr lang="en-US" altLang="zh-CN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1" name="Text Box 4">
            <a:extLst>
              <a:ext uri="{FF2B5EF4-FFF2-40B4-BE49-F238E27FC236}">
                <a16:creationId xmlns:a16="http://schemas.microsoft.com/office/drawing/2014/main" id="{54C441D7-5459-43BF-A503-8B0B1982BC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056" y="3356992"/>
            <a:ext cx="424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张炯杰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2E605F1B-995D-4CFE-A66C-34DBB38A1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12291" name="标题 1">
            <a:extLst>
              <a:ext uri="{FF2B5EF4-FFF2-40B4-BE49-F238E27FC236}">
                <a16:creationId xmlns:a16="http://schemas.microsoft.com/office/drawing/2014/main" id="{460FF6E3-11D7-48B2-AB15-505C0B520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660232" cy="857250"/>
          </a:xfrm>
        </p:spPr>
        <p:txBody>
          <a:bodyPr/>
          <a:lstStyle/>
          <a:p>
            <a:r>
              <a:rPr lang="en-US" altLang="zh-CN" dirty="0"/>
              <a:t>RAT</a:t>
            </a:r>
            <a:r>
              <a:rPr lang="zh-CN" altLang="en-US" dirty="0"/>
              <a:t>（</a:t>
            </a:r>
            <a:r>
              <a:rPr lang="en-US" altLang="zh-CN" dirty="0"/>
              <a:t>Radio Access Technology</a:t>
            </a:r>
            <a:r>
              <a:rPr lang="zh-CN" altLang="en-US" dirty="0"/>
              <a:t>）</a:t>
            </a:r>
            <a:r>
              <a:rPr lang="en-US" altLang="zh-CN" dirty="0"/>
              <a:t> </a:t>
            </a:r>
            <a:endParaRPr lang="zh-CN" altLang="en-US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B07412C-07EF-4ACB-9F8C-2D49C3077D00}"/>
              </a:ext>
            </a:extLst>
          </p:cNvPr>
          <p:cNvSpPr txBox="1"/>
          <p:nvPr/>
        </p:nvSpPr>
        <p:spPr>
          <a:xfrm>
            <a:off x="234013" y="962074"/>
            <a:ext cx="8792021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移动通讯网络从</a:t>
            </a:r>
            <a:r>
              <a:rPr lang="en-US" altLang="zh-CN" dirty="0">
                <a:solidFill>
                  <a:srgbClr val="0070C0"/>
                </a:solidFill>
              </a:rPr>
              <a:t>1G</a:t>
            </a:r>
            <a:r>
              <a:rPr lang="zh-CN" altLang="en-US" dirty="0">
                <a:solidFill>
                  <a:srgbClr val="0070C0"/>
                </a:solidFill>
              </a:rPr>
              <a:t>到</a:t>
            </a:r>
            <a:r>
              <a:rPr lang="en-US" altLang="zh-CN" dirty="0">
                <a:solidFill>
                  <a:srgbClr val="0070C0"/>
                </a:solidFill>
              </a:rPr>
              <a:t>4G</a:t>
            </a:r>
            <a:r>
              <a:rPr lang="zh-CN" altLang="en-US" dirty="0">
                <a:solidFill>
                  <a:srgbClr val="0070C0"/>
                </a:solidFill>
              </a:rPr>
              <a:t>的发展历史</a:t>
            </a:r>
            <a:endParaRPr lang="en-US" altLang="zh-CN" dirty="0">
              <a:solidFill>
                <a:srgbClr val="0070C0"/>
              </a:solidFill>
            </a:endParaRPr>
          </a:p>
          <a:p>
            <a:endParaRPr lang="en-US" altLang="zh-CN" dirty="0">
              <a:solidFill>
                <a:srgbClr val="0070C0"/>
              </a:solidFill>
            </a:endParaRPr>
          </a:p>
          <a:p>
            <a:r>
              <a:rPr lang="zh-CN" altLang="en-US" sz="1600" b="0" dirty="0"/>
              <a:t>从第一代的模拟信号，发展到第二代数字信号，出现了</a:t>
            </a:r>
            <a:r>
              <a:rPr lang="en-US" altLang="zh-CN" sz="1600" b="0" dirty="0">
                <a:solidFill>
                  <a:srgbClr val="FF0000"/>
                </a:solidFill>
              </a:rPr>
              <a:t>GSM</a:t>
            </a:r>
            <a:r>
              <a:rPr lang="zh-CN" altLang="en-US" sz="1600" b="0" dirty="0"/>
              <a:t>和</a:t>
            </a:r>
            <a:r>
              <a:rPr lang="en-US" altLang="zh-CN" sz="1600" b="0" dirty="0">
                <a:solidFill>
                  <a:srgbClr val="FF0000"/>
                </a:solidFill>
              </a:rPr>
              <a:t>CDMA</a:t>
            </a:r>
            <a:r>
              <a:rPr lang="zh-CN" altLang="en-US" sz="1600" b="0" dirty="0"/>
              <a:t>两大阵营，</a:t>
            </a:r>
            <a:r>
              <a:rPr lang="en-US" altLang="zh-CN" sz="1600" b="0" i="0" dirty="0">
                <a:effectLst/>
                <a:latin typeface="-apple-system"/>
              </a:rPr>
              <a:t>GSM</a:t>
            </a:r>
            <a:r>
              <a:rPr lang="zh-CN" altLang="en-US" sz="1600" b="0" i="0" dirty="0">
                <a:effectLst/>
                <a:latin typeface="-apple-system"/>
              </a:rPr>
              <a:t>的核心是</a:t>
            </a:r>
            <a:r>
              <a:rPr lang="en-US" altLang="zh-CN" sz="1600" b="0" i="0" dirty="0">
                <a:solidFill>
                  <a:srgbClr val="FF0000"/>
                </a:solidFill>
                <a:effectLst/>
                <a:latin typeface="-apple-system"/>
              </a:rPr>
              <a:t>TDMA</a:t>
            </a:r>
            <a:r>
              <a:rPr lang="zh-CN" altLang="en-US" sz="1600" b="0" i="0" dirty="0">
                <a:effectLst/>
                <a:latin typeface="-apple-system"/>
              </a:rPr>
              <a:t>（时分多址）技术，</a:t>
            </a:r>
            <a:r>
              <a:rPr lang="en-US" altLang="zh-CN" sz="1600" b="0" i="0" dirty="0">
                <a:effectLst/>
                <a:latin typeface="-apple-system"/>
              </a:rPr>
              <a:t>CDMA</a:t>
            </a:r>
            <a:r>
              <a:rPr lang="zh-CN" altLang="en-US" sz="1600" b="0" i="0" dirty="0">
                <a:effectLst/>
                <a:latin typeface="-apple-system"/>
              </a:rPr>
              <a:t>是码分多址。</a:t>
            </a:r>
            <a:r>
              <a:rPr lang="en-US" altLang="zh-CN" sz="1600" b="0" i="0" dirty="0">
                <a:effectLst/>
                <a:latin typeface="-apple-system"/>
              </a:rPr>
              <a:t>1G</a:t>
            </a:r>
            <a:r>
              <a:rPr lang="zh-CN" altLang="en-US" sz="1600" b="0" i="0" dirty="0">
                <a:effectLst/>
                <a:latin typeface="-apple-system"/>
              </a:rPr>
              <a:t>网络由美国发明，</a:t>
            </a:r>
            <a:r>
              <a:rPr lang="en-US" altLang="zh-CN" sz="1600" b="0" i="0" dirty="0">
                <a:effectLst/>
                <a:latin typeface="-apple-system"/>
              </a:rPr>
              <a:t>2G</a:t>
            </a:r>
            <a:r>
              <a:rPr lang="zh-CN" altLang="en-US" sz="1600" b="0" i="0" dirty="0">
                <a:effectLst/>
                <a:latin typeface="-apple-system"/>
              </a:rPr>
              <a:t>的</a:t>
            </a:r>
            <a:r>
              <a:rPr lang="en-US" altLang="zh-CN" sz="1600" b="0" dirty="0">
                <a:latin typeface="-apple-system"/>
              </a:rPr>
              <a:t>GSM</a:t>
            </a:r>
            <a:r>
              <a:rPr lang="zh-CN" altLang="en-US" sz="1600" b="0" dirty="0">
                <a:latin typeface="-apple-system"/>
              </a:rPr>
              <a:t>由</a:t>
            </a:r>
            <a:r>
              <a:rPr lang="zh-CN" altLang="en-US" sz="1600" b="0" i="0" dirty="0">
                <a:effectLst/>
                <a:latin typeface="-apple-system"/>
              </a:rPr>
              <a:t>欧洲电信标准组织（</a:t>
            </a:r>
            <a:r>
              <a:rPr lang="en-US" altLang="zh-CN" sz="1600" b="0" i="0" dirty="0">
                <a:effectLst/>
                <a:latin typeface="-apple-system"/>
              </a:rPr>
              <a:t>ETSI</a:t>
            </a:r>
            <a:r>
              <a:rPr lang="zh-CN" altLang="en-US" sz="1600" b="0" i="0" dirty="0">
                <a:effectLst/>
                <a:latin typeface="-apple-system"/>
              </a:rPr>
              <a:t>）发明。</a:t>
            </a:r>
            <a:r>
              <a:rPr lang="en-US" altLang="zh-CN" sz="1600" b="0" i="0" dirty="0">
                <a:effectLst/>
                <a:latin typeface="-apple-system"/>
              </a:rPr>
              <a:t>CDMA</a:t>
            </a:r>
            <a:r>
              <a:rPr lang="zh-CN" altLang="en-US" sz="1600" b="0" i="0" dirty="0">
                <a:effectLst/>
                <a:latin typeface="-apple-system"/>
              </a:rPr>
              <a:t>由美国高通后续发明，由于起步比</a:t>
            </a:r>
            <a:r>
              <a:rPr lang="en-US" altLang="zh-CN" sz="1600" b="0" i="0" dirty="0">
                <a:effectLst/>
                <a:latin typeface="-apple-system"/>
              </a:rPr>
              <a:t>GSM</a:t>
            </a:r>
            <a:r>
              <a:rPr lang="zh-CN" altLang="en-US" sz="1600" b="0" i="0" dirty="0">
                <a:effectLst/>
                <a:latin typeface="-apple-system"/>
              </a:rPr>
              <a:t>晚且使用</a:t>
            </a:r>
            <a:r>
              <a:rPr lang="en-US" altLang="zh-CN" sz="1600" b="0" i="0" dirty="0">
                <a:effectLst/>
                <a:latin typeface="-apple-system"/>
              </a:rPr>
              <a:t>CDMA</a:t>
            </a:r>
            <a:r>
              <a:rPr lang="zh-CN" altLang="en-US" sz="1600" b="0" i="0" dirty="0">
                <a:effectLst/>
                <a:latin typeface="-apple-system"/>
              </a:rPr>
              <a:t>需要支付高额的专利费用，</a:t>
            </a:r>
            <a:r>
              <a:rPr lang="en-US" altLang="zh-CN" sz="1600" b="0" i="0" dirty="0">
                <a:effectLst/>
                <a:latin typeface="-apple-system"/>
              </a:rPr>
              <a:t>GSM</a:t>
            </a:r>
            <a:r>
              <a:rPr lang="zh-CN" altLang="en-US" sz="1600" b="0" i="0" dirty="0">
                <a:effectLst/>
                <a:latin typeface="-apple-system"/>
              </a:rPr>
              <a:t>变成国际上最受欢迎的移动通信标准，</a:t>
            </a:r>
            <a:r>
              <a:rPr lang="en-US" altLang="zh-CN" sz="1600" b="0" i="0" dirty="0">
                <a:effectLst/>
                <a:latin typeface="-apple-system"/>
              </a:rPr>
              <a:t>CDMA</a:t>
            </a:r>
            <a:r>
              <a:rPr lang="zh-CN" altLang="en-US" sz="1600" b="0" i="0" dirty="0">
                <a:effectLst/>
                <a:latin typeface="-apple-system"/>
              </a:rPr>
              <a:t>目前主要只使用在北美部分运营商。</a:t>
            </a:r>
            <a:r>
              <a:rPr lang="zh-CN" altLang="en-US" sz="1600" b="0" dirty="0">
                <a:latin typeface="-apple-system"/>
              </a:rPr>
              <a:t>后续</a:t>
            </a:r>
            <a:r>
              <a:rPr lang="zh-CN" altLang="en-US" sz="1600" b="0" i="0" dirty="0">
                <a:effectLst/>
                <a:latin typeface="-apple-system"/>
              </a:rPr>
              <a:t>欧洲还联合日本等采用</a:t>
            </a:r>
            <a:r>
              <a:rPr lang="en-US" altLang="zh-CN" sz="1600" b="0" i="0" dirty="0">
                <a:effectLst/>
                <a:latin typeface="-apple-system"/>
              </a:rPr>
              <a:t>GSM</a:t>
            </a:r>
            <a:r>
              <a:rPr lang="zh-CN" altLang="en-US" sz="1600" b="0" i="0" dirty="0">
                <a:effectLst/>
                <a:latin typeface="-apple-system"/>
              </a:rPr>
              <a:t>标准的国家和地区共同成立了</a:t>
            </a:r>
            <a:r>
              <a:rPr lang="en-US" altLang="zh-CN" sz="1600" b="0" i="0" dirty="0">
                <a:solidFill>
                  <a:srgbClr val="FF0000"/>
                </a:solidFill>
                <a:effectLst/>
                <a:latin typeface="-apple-system"/>
              </a:rPr>
              <a:t>3GPP</a:t>
            </a:r>
            <a:r>
              <a:rPr lang="zh-CN" altLang="en-US" sz="1600" b="0" i="0" dirty="0">
                <a:effectLst/>
                <a:latin typeface="-apple-system"/>
              </a:rPr>
              <a:t>组织制定</a:t>
            </a:r>
            <a:r>
              <a:rPr lang="en-US" altLang="zh-CN" sz="1600" b="0" i="0" dirty="0">
                <a:effectLst/>
                <a:latin typeface="-apple-system"/>
              </a:rPr>
              <a:t>3G</a:t>
            </a:r>
            <a:r>
              <a:rPr lang="zh-CN" altLang="en-US" sz="1600" b="0" i="0" dirty="0">
                <a:effectLst/>
                <a:latin typeface="-apple-system"/>
              </a:rPr>
              <a:t>标准就是后续的</a:t>
            </a:r>
            <a:r>
              <a:rPr lang="en-US" altLang="zh-CN" sz="1600" b="0" i="0" dirty="0">
                <a:solidFill>
                  <a:srgbClr val="FF0000"/>
                </a:solidFill>
                <a:effectLst/>
                <a:latin typeface="-apple-system"/>
              </a:rPr>
              <a:t>UTMS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-apple-system"/>
              </a:rPr>
              <a:t>主要</a:t>
            </a:r>
            <a:r>
              <a:rPr lang="zh-CN" altLang="en-US" sz="1600" b="0" dirty="0">
                <a:latin typeface="-apple-system"/>
              </a:rPr>
              <a:t>使用</a:t>
            </a:r>
            <a:r>
              <a:rPr lang="en-US" altLang="zh-CN" sz="1600" b="0" dirty="0">
                <a:solidFill>
                  <a:srgbClr val="FF0000"/>
                </a:solidFill>
                <a:latin typeface="-apple-system"/>
              </a:rPr>
              <a:t>WCDMA</a:t>
            </a:r>
            <a:r>
              <a:rPr lang="zh-CN" altLang="en-US" sz="1600" b="0" dirty="0">
                <a:latin typeface="-apple-system"/>
              </a:rPr>
              <a:t>，中国在这一时期，也研发了自己的</a:t>
            </a:r>
            <a:r>
              <a:rPr lang="en-US" altLang="zh-CN" sz="1600" b="0" dirty="0">
                <a:latin typeface="-apple-system"/>
              </a:rPr>
              <a:t>3G</a:t>
            </a:r>
            <a:r>
              <a:rPr lang="zh-CN" altLang="en-US" sz="1600" b="0" dirty="0">
                <a:latin typeface="-apple-system"/>
              </a:rPr>
              <a:t>制式标准 </a:t>
            </a:r>
            <a:r>
              <a:rPr lang="en-US" altLang="zh-CN" sz="1600" b="0" dirty="0">
                <a:solidFill>
                  <a:srgbClr val="FF0000"/>
                </a:solidFill>
                <a:latin typeface="-apple-system"/>
              </a:rPr>
              <a:t>TD-SCDMA</a:t>
            </a:r>
            <a:r>
              <a:rPr lang="zh-CN" altLang="en-US" sz="1600" b="0" dirty="0">
                <a:latin typeface="-apple-system"/>
              </a:rPr>
              <a:t>（电信使用），在</a:t>
            </a:r>
            <a:r>
              <a:rPr lang="en-US" altLang="zh-CN" sz="1600" b="0" dirty="0">
                <a:latin typeface="-apple-system"/>
              </a:rPr>
              <a:t>3GPP R4</a:t>
            </a:r>
            <a:r>
              <a:rPr lang="zh-CN" altLang="en-US" sz="1600" b="0" dirty="0">
                <a:latin typeface="-apple-system"/>
              </a:rPr>
              <a:t>中被正式引入。到了</a:t>
            </a:r>
            <a:r>
              <a:rPr lang="en-US" altLang="zh-CN" sz="1600" b="0" dirty="0">
                <a:latin typeface="-apple-system"/>
              </a:rPr>
              <a:t>4G</a:t>
            </a:r>
            <a:r>
              <a:rPr lang="zh-CN" altLang="en-US" sz="1600" b="0" dirty="0">
                <a:latin typeface="-apple-system"/>
              </a:rPr>
              <a:t>时代，</a:t>
            </a:r>
            <a:r>
              <a:rPr lang="en-US" altLang="zh-CN" sz="1600" b="0" dirty="0">
                <a:latin typeface="-apple-system"/>
              </a:rPr>
              <a:t>3GPP</a:t>
            </a:r>
            <a:r>
              <a:rPr lang="zh-CN" altLang="en-US" sz="1600" b="0" dirty="0">
                <a:latin typeface="-apple-system"/>
              </a:rPr>
              <a:t>提出</a:t>
            </a:r>
            <a:r>
              <a:rPr lang="en-US" altLang="zh-CN" sz="1600" b="0" dirty="0">
                <a:latin typeface="-apple-system"/>
              </a:rPr>
              <a:t>UMTS</a:t>
            </a:r>
            <a:r>
              <a:rPr lang="zh-CN" altLang="en-US" sz="1600" b="0" dirty="0">
                <a:latin typeface="-apple-system"/>
              </a:rPr>
              <a:t>的</a:t>
            </a:r>
            <a:r>
              <a:rPr lang="zh-CN" altLang="en-US" sz="1600" b="0" i="0" dirty="0">
                <a:effectLst/>
                <a:latin typeface="-apple-system"/>
              </a:rPr>
              <a:t>长期演进技术 </a:t>
            </a:r>
            <a:r>
              <a:rPr lang="en-US" altLang="zh-CN" sz="1600" b="0" i="0" dirty="0">
                <a:effectLst/>
                <a:latin typeface="-apple-system"/>
              </a:rPr>
              <a:t>(Long Term Evolution, </a:t>
            </a:r>
            <a:r>
              <a:rPr lang="en-US" altLang="zh-CN" sz="1600" b="0" i="0" dirty="0">
                <a:solidFill>
                  <a:srgbClr val="FF0000"/>
                </a:solidFill>
                <a:effectLst/>
                <a:latin typeface="-apple-system"/>
              </a:rPr>
              <a:t>LTE</a:t>
            </a:r>
            <a:r>
              <a:rPr lang="en-US" altLang="zh-CN" sz="1600" b="0" i="0" dirty="0">
                <a:effectLst/>
                <a:latin typeface="-apple-system"/>
              </a:rPr>
              <a:t>) </a:t>
            </a:r>
            <a:r>
              <a:rPr lang="zh-CN" altLang="en-US" sz="1600" b="0" i="0" dirty="0">
                <a:effectLst/>
                <a:latin typeface="-apple-system"/>
              </a:rPr>
              <a:t>成为了全球</a:t>
            </a:r>
            <a:r>
              <a:rPr lang="en-US" altLang="zh-CN" sz="1600" b="0" i="0" dirty="0">
                <a:effectLst/>
                <a:latin typeface="-apple-system"/>
              </a:rPr>
              <a:t>4G</a:t>
            </a:r>
            <a:r>
              <a:rPr lang="zh-CN" altLang="en-US" sz="1600" b="0" i="0" dirty="0">
                <a:effectLst/>
                <a:latin typeface="-apple-system"/>
              </a:rPr>
              <a:t>标准</a:t>
            </a:r>
            <a:endParaRPr lang="en-US" altLang="zh-CN" sz="1600" b="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B3E2AB0-B745-4896-8EA6-6F34442FD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656" y="3462696"/>
            <a:ext cx="6138734" cy="2768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B60F018-7F14-4468-B963-A5733021948A}"/>
              </a:ext>
            </a:extLst>
          </p:cNvPr>
          <p:cNvSpPr txBox="1"/>
          <p:nvPr/>
        </p:nvSpPr>
        <p:spPr>
          <a:xfrm>
            <a:off x="320625" y="5969780"/>
            <a:ext cx="8502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0" dirty="0">
                <a:solidFill>
                  <a:srgbClr val="FF0000"/>
                </a:solidFill>
              </a:rPr>
              <a:t>所以我们</a:t>
            </a:r>
            <a:r>
              <a:rPr lang="en-US" altLang="zh-CN" sz="1400" b="0" dirty="0">
                <a:solidFill>
                  <a:srgbClr val="FF0000"/>
                </a:solidFill>
              </a:rPr>
              <a:t>MTK</a:t>
            </a:r>
            <a:r>
              <a:rPr lang="zh-CN" altLang="en-US" sz="1400" b="0" dirty="0">
                <a:solidFill>
                  <a:srgbClr val="FF0000"/>
                </a:solidFill>
              </a:rPr>
              <a:t>上出北美的项目的</a:t>
            </a:r>
            <a:r>
              <a:rPr lang="en-US" altLang="zh-CN" sz="1400" b="0" dirty="0">
                <a:solidFill>
                  <a:srgbClr val="FF0000"/>
                </a:solidFill>
              </a:rPr>
              <a:t>Modem</a:t>
            </a:r>
            <a:r>
              <a:rPr lang="zh-CN" altLang="en-US" sz="1400" b="0" dirty="0">
                <a:solidFill>
                  <a:srgbClr val="FF0000"/>
                </a:solidFill>
              </a:rPr>
              <a:t>要带</a:t>
            </a:r>
            <a:r>
              <a:rPr lang="en-US" altLang="zh-CN" sz="1400" b="0" dirty="0">
                <a:solidFill>
                  <a:srgbClr val="FF0000"/>
                </a:solidFill>
              </a:rPr>
              <a:t>C</a:t>
            </a:r>
            <a:r>
              <a:rPr lang="zh-CN" altLang="en-US" sz="1400" b="0" dirty="0">
                <a:solidFill>
                  <a:srgbClr val="FF0000"/>
                </a:solidFill>
              </a:rPr>
              <a:t>，这个</a:t>
            </a:r>
            <a:r>
              <a:rPr lang="en-US" altLang="zh-CN" sz="1400" b="0" dirty="0">
                <a:solidFill>
                  <a:srgbClr val="FF0000"/>
                </a:solidFill>
              </a:rPr>
              <a:t>C</a:t>
            </a:r>
            <a:r>
              <a:rPr lang="zh-CN" altLang="en-US" sz="1400" b="0" dirty="0">
                <a:solidFill>
                  <a:srgbClr val="FF0000"/>
                </a:solidFill>
              </a:rPr>
              <a:t>指的就是</a:t>
            </a:r>
            <a:r>
              <a:rPr lang="en-US" altLang="zh-CN" sz="1400" b="0" dirty="0">
                <a:solidFill>
                  <a:srgbClr val="FF0000"/>
                </a:solidFill>
              </a:rPr>
              <a:t>CDMA</a:t>
            </a:r>
            <a:r>
              <a:rPr lang="zh-CN" altLang="en-US" sz="1400" b="0" dirty="0">
                <a:solidFill>
                  <a:srgbClr val="FF0000"/>
                </a:solidFill>
              </a:rPr>
              <a:t>制式，而展锐项目由于专利问题出不了北美应该主要也是这个</a:t>
            </a:r>
            <a:r>
              <a:rPr lang="en-US" altLang="zh-CN" sz="1400" b="0" dirty="0">
                <a:solidFill>
                  <a:srgbClr val="FF0000"/>
                </a:solidFill>
              </a:rPr>
              <a:t>CDMA</a:t>
            </a:r>
            <a:r>
              <a:rPr lang="zh-CN" altLang="en-US" sz="1400" b="0" dirty="0">
                <a:solidFill>
                  <a:srgbClr val="FF0000"/>
                </a:solidFill>
              </a:rPr>
              <a:t>的原因</a:t>
            </a:r>
          </a:p>
        </p:txBody>
      </p:sp>
    </p:spTree>
    <p:extLst>
      <p:ext uri="{BB962C8B-B14F-4D97-AF65-F5344CB8AC3E}">
        <p14:creationId xmlns:p14="http://schemas.microsoft.com/office/powerpoint/2010/main" val="1804772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2E605F1B-995D-4CFE-A66C-34DBB38A1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12291" name="标题 1">
            <a:extLst>
              <a:ext uri="{FF2B5EF4-FFF2-40B4-BE49-F238E27FC236}">
                <a16:creationId xmlns:a16="http://schemas.microsoft.com/office/drawing/2014/main" id="{460FF6E3-11D7-48B2-AB15-505C0B520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660232" cy="857250"/>
          </a:xfrm>
        </p:spPr>
        <p:txBody>
          <a:bodyPr/>
          <a:lstStyle/>
          <a:p>
            <a:r>
              <a:rPr lang="en-US" altLang="zh-CN" dirty="0"/>
              <a:t>RAT</a:t>
            </a:r>
            <a:r>
              <a:rPr lang="zh-CN" altLang="en-US" dirty="0"/>
              <a:t>（</a:t>
            </a:r>
            <a:r>
              <a:rPr lang="en-US" altLang="zh-CN" dirty="0"/>
              <a:t>Radio Access Technology</a:t>
            </a:r>
            <a:r>
              <a:rPr lang="zh-CN" altLang="en-US" dirty="0"/>
              <a:t>）</a:t>
            </a:r>
            <a:r>
              <a:rPr lang="en-US" altLang="zh-CN" dirty="0"/>
              <a:t> </a:t>
            </a:r>
            <a:endParaRPr lang="zh-CN" altLang="en-US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B07412C-07EF-4ACB-9F8C-2D49C3077D00}"/>
              </a:ext>
            </a:extLst>
          </p:cNvPr>
          <p:cNvSpPr txBox="1"/>
          <p:nvPr/>
        </p:nvSpPr>
        <p:spPr>
          <a:xfrm>
            <a:off x="166491" y="980728"/>
            <a:ext cx="8720013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以</a:t>
            </a:r>
            <a:r>
              <a:rPr lang="en-US" altLang="zh-CN" dirty="0">
                <a:solidFill>
                  <a:srgbClr val="0070C0"/>
                </a:solidFill>
              </a:rPr>
              <a:t>GSM/3GPP </a:t>
            </a:r>
            <a:r>
              <a:rPr lang="zh-CN" altLang="en-US" dirty="0">
                <a:solidFill>
                  <a:srgbClr val="0070C0"/>
                </a:solidFill>
              </a:rPr>
              <a:t>标准为基础</a:t>
            </a:r>
            <a:r>
              <a:rPr lang="en-US" altLang="zh-CN" dirty="0">
                <a:solidFill>
                  <a:srgbClr val="0070C0"/>
                </a:solidFill>
              </a:rPr>
              <a:t>RAT</a:t>
            </a:r>
            <a:r>
              <a:rPr lang="zh-CN" altLang="en-US" dirty="0">
                <a:solidFill>
                  <a:srgbClr val="0070C0"/>
                </a:solidFill>
              </a:rPr>
              <a:t>的演进过程</a:t>
            </a:r>
            <a:endParaRPr lang="en-US" altLang="zh-CN" dirty="0">
              <a:solidFill>
                <a:srgbClr val="0070C0"/>
              </a:solidFill>
            </a:endParaRPr>
          </a:p>
          <a:p>
            <a:endParaRPr lang="en-US" altLang="zh-CN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7030A0"/>
                </a:solidFill>
              </a:rPr>
              <a:t>2G (GSM </a:t>
            </a:r>
            <a:r>
              <a:rPr lang="zh-CN" altLang="en-US" dirty="0">
                <a:solidFill>
                  <a:srgbClr val="7030A0"/>
                </a:solidFill>
              </a:rPr>
              <a:t>全球移动通信系统</a:t>
            </a:r>
            <a:r>
              <a:rPr lang="en-US" altLang="zh-CN" dirty="0">
                <a:solidFill>
                  <a:srgbClr val="7030A0"/>
                </a:solidFill>
              </a:rPr>
              <a:t>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1200" b="0" dirty="0">
                <a:solidFill>
                  <a:srgbClr val="000000"/>
                </a:solidFill>
              </a:rPr>
              <a:t>GSM </a:t>
            </a:r>
            <a:r>
              <a:rPr lang="zh-CN" altLang="en-US" sz="1200" b="0" dirty="0">
                <a:solidFill>
                  <a:srgbClr val="000000"/>
                </a:solidFill>
              </a:rPr>
              <a:t>是全球应用最广泛的移动电话标准</a:t>
            </a:r>
            <a:r>
              <a:rPr lang="zh-CN" altLang="en-US" sz="1200" b="0" dirty="0"/>
              <a:t>。</a:t>
            </a:r>
            <a:r>
              <a:rPr lang="en-US" altLang="zh-CN" sz="1200" b="0" dirty="0"/>
              <a:t>GSM</a:t>
            </a:r>
            <a:r>
              <a:rPr lang="zh-CN" altLang="en-US" sz="1200" b="0" dirty="0"/>
              <a:t>被认为是第二代移动通信标准（</a:t>
            </a:r>
            <a:r>
              <a:rPr lang="en-US" altLang="zh-CN" sz="1200" b="0" dirty="0"/>
              <a:t>2G</a:t>
            </a:r>
            <a:r>
              <a:rPr lang="zh-CN" altLang="en-US" sz="1200" b="0" dirty="0"/>
              <a:t>），同时它是一个开放的标准，当前由</a:t>
            </a:r>
            <a:r>
              <a:rPr lang="en-US" altLang="zh-CN" sz="1200" b="0" dirty="0"/>
              <a:t>3GPP</a:t>
            </a:r>
            <a:r>
              <a:rPr lang="zh-CN" altLang="en-US" sz="1200" b="0" dirty="0"/>
              <a:t>持续开发中。</a:t>
            </a:r>
            <a:endParaRPr lang="en-US" altLang="zh-CN" sz="1200" b="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1200" b="0" dirty="0"/>
              <a:t>GPRS </a:t>
            </a:r>
            <a:r>
              <a:rPr lang="zh-CN" altLang="en-US" sz="1200" b="0" dirty="0"/>
              <a:t>通用分组无线服务技术（</a:t>
            </a:r>
            <a:r>
              <a:rPr lang="en-US" altLang="zh-CN" sz="1200" b="0" dirty="0"/>
              <a:t>General Packet Radio Service)</a:t>
            </a:r>
            <a:r>
              <a:rPr lang="zh-CN" altLang="en-US" sz="1200" b="0" dirty="0"/>
              <a:t>，它是</a:t>
            </a:r>
            <a:r>
              <a:rPr lang="en-US" altLang="zh-CN" sz="1200" b="0" dirty="0"/>
              <a:t>GSM</a:t>
            </a:r>
            <a:r>
              <a:rPr lang="zh-CN" altLang="en-US" sz="1200" b="0" dirty="0"/>
              <a:t>移动电话用户可用的一种移动数据业务。被称为“</a:t>
            </a:r>
            <a:r>
              <a:rPr lang="en-US" altLang="zh-CN" sz="1200" b="0" dirty="0">
                <a:solidFill>
                  <a:srgbClr val="FF0000"/>
                </a:solidFill>
              </a:rPr>
              <a:t>2.5G</a:t>
            </a:r>
            <a:r>
              <a:rPr lang="en-US" altLang="zh-CN" sz="1200" b="0" dirty="0"/>
              <a:t>”</a:t>
            </a:r>
            <a:r>
              <a:rPr lang="zh-CN" altLang="en-US" sz="1200" b="0" dirty="0"/>
              <a:t>，即介于二代和三代移动通信技术之间的技术。</a:t>
            </a:r>
            <a:r>
              <a:rPr lang="en-US" altLang="zh-CN" sz="1200" b="0" dirty="0"/>
              <a:t>GPRS</a:t>
            </a:r>
            <a:r>
              <a:rPr lang="zh-CN" altLang="en-US" sz="1200" b="0" dirty="0"/>
              <a:t>访问速率理论上最快可以达到</a:t>
            </a:r>
            <a:r>
              <a:rPr lang="en-US" altLang="zh-CN" sz="1200" b="0" dirty="0"/>
              <a:t>171.2kbps</a:t>
            </a:r>
            <a:r>
              <a:rPr lang="zh-CN" altLang="en-US" sz="1200" b="0" dirty="0"/>
              <a:t>。</a:t>
            </a:r>
            <a:endParaRPr lang="en-US" altLang="zh-CN" sz="1200" b="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1200" b="0" dirty="0"/>
              <a:t>EDGE </a:t>
            </a:r>
            <a:r>
              <a:rPr lang="zh-CN" altLang="en-US" sz="1200" b="0" dirty="0"/>
              <a:t>增强型数据速率</a:t>
            </a:r>
            <a:r>
              <a:rPr lang="en-US" altLang="zh-CN" sz="1200" b="0" dirty="0"/>
              <a:t>GSM</a:t>
            </a:r>
            <a:r>
              <a:rPr lang="zh-CN" altLang="en-US" sz="1200" b="0" dirty="0"/>
              <a:t>演进技术（</a:t>
            </a:r>
            <a:r>
              <a:rPr lang="en-US" altLang="zh-CN" sz="1200" b="0" dirty="0"/>
              <a:t>Enhanced Data Rate for GSM Evolution </a:t>
            </a:r>
            <a:r>
              <a:rPr lang="zh-CN" altLang="en-US" sz="1200" b="0" dirty="0"/>
              <a:t>），它也是一种</a:t>
            </a:r>
            <a:r>
              <a:rPr lang="en-US" altLang="zh-CN" sz="1200" b="0" dirty="0"/>
              <a:t>GSM</a:t>
            </a:r>
            <a:r>
              <a:rPr lang="zh-CN" altLang="en-US" sz="1200" b="0" dirty="0"/>
              <a:t>到</a:t>
            </a:r>
            <a:r>
              <a:rPr lang="en-US" altLang="zh-CN" sz="1200" b="0" dirty="0"/>
              <a:t>3G</a:t>
            </a:r>
            <a:r>
              <a:rPr lang="zh-CN" altLang="en-US" sz="1200" b="0" dirty="0"/>
              <a:t>的过渡技术，它能够充分利用现有</a:t>
            </a:r>
            <a:r>
              <a:rPr lang="en-US" altLang="zh-CN" sz="1200" b="0" dirty="0"/>
              <a:t>GSM</a:t>
            </a:r>
            <a:r>
              <a:rPr lang="zh-CN" altLang="en-US" sz="1200" b="0" dirty="0"/>
              <a:t>资源，比</a:t>
            </a:r>
            <a:r>
              <a:rPr lang="en-US" altLang="zh-CN" sz="1200" b="0" dirty="0"/>
              <a:t>GPRS</a:t>
            </a:r>
            <a:r>
              <a:rPr lang="zh-CN" altLang="en-US" sz="1200" b="0" dirty="0"/>
              <a:t>更加优良，因此被称为“</a:t>
            </a:r>
            <a:r>
              <a:rPr lang="en-US" altLang="zh-CN" sz="1200" b="0" dirty="0">
                <a:solidFill>
                  <a:srgbClr val="FF0000"/>
                </a:solidFill>
              </a:rPr>
              <a:t>2.75G</a:t>
            </a:r>
            <a:r>
              <a:rPr lang="en-US" altLang="zh-CN" sz="1200" b="0" dirty="0"/>
              <a:t>”</a:t>
            </a:r>
            <a:r>
              <a:rPr lang="zh-CN" altLang="en-US" sz="1200" b="0" dirty="0"/>
              <a:t>技术，理论速率最高可达</a:t>
            </a:r>
            <a:r>
              <a:rPr lang="en-US" altLang="zh-CN" sz="1200" b="0" dirty="0"/>
              <a:t>473.6kbps</a:t>
            </a:r>
            <a:r>
              <a:rPr lang="zh-CN" altLang="en-US" sz="1400" b="0" dirty="0"/>
              <a:t>。</a:t>
            </a:r>
            <a:endParaRPr lang="en-US" altLang="zh-CN" sz="14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7030A0"/>
                </a:solidFill>
              </a:rPr>
              <a:t>3G (UMTS </a:t>
            </a:r>
            <a:r>
              <a:rPr lang="zh-CN" altLang="en-US" dirty="0">
                <a:solidFill>
                  <a:srgbClr val="7030A0"/>
                </a:solidFill>
              </a:rPr>
              <a:t>通用移动通信系统</a:t>
            </a:r>
            <a:r>
              <a:rPr lang="en-US" altLang="zh-CN" dirty="0">
                <a:solidFill>
                  <a:srgbClr val="7030A0"/>
                </a:solidFill>
              </a:rPr>
              <a:t>) </a:t>
            </a:r>
            <a:r>
              <a:rPr lang="zh-CN" altLang="en-US" sz="1200" dirty="0">
                <a:solidFill>
                  <a:srgbClr val="FF0000"/>
                </a:solidFill>
              </a:rPr>
              <a:t>由于基于</a:t>
            </a:r>
            <a:r>
              <a:rPr lang="en-US" altLang="zh-CN" sz="1200" dirty="0">
                <a:solidFill>
                  <a:srgbClr val="FF0000"/>
                </a:solidFill>
              </a:rPr>
              <a:t>GSM</a:t>
            </a:r>
            <a:r>
              <a:rPr lang="zh-CN" altLang="en-US" sz="1200" dirty="0">
                <a:solidFill>
                  <a:srgbClr val="FF0000"/>
                </a:solidFill>
              </a:rPr>
              <a:t>为基础也被叫做</a:t>
            </a:r>
            <a:r>
              <a:rPr lang="en-US" altLang="zh-CN" sz="1200" dirty="0">
                <a:solidFill>
                  <a:srgbClr val="FF0000"/>
                </a:solidFill>
              </a:rPr>
              <a:t>3GSM</a:t>
            </a:r>
            <a:endParaRPr lang="en-US" altLang="zh-CN" dirty="0">
              <a:solidFill>
                <a:srgbClr val="FF000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1200" b="0" dirty="0"/>
              <a:t>WCDMA</a:t>
            </a:r>
            <a:r>
              <a:rPr lang="zh-CN" altLang="en-US" sz="1200" b="0" dirty="0"/>
              <a:t>的发展基本可以分为以下几个不同的版本。</a:t>
            </a:r>
            <a:r>
              <a:rPr lang="en-US" altLang="zh-CN" sz="1200" b="0" i="0" dirty="0">
                <a:solidFill>
                  <a:srgbClr val="333333"/>
                </a:solidFill>
                <a:effectLst/>
                <a:latin typeface="PingFang SC"/>
              </a:rPr>
              <a:t> </a:t>
            </a:r>
            <a:r>
              <a:rPr lang="en-US" altLang="zh-CN" sz="1200" b="0" dirty="0">
                <a:solidFill>
                  <a:srgbClr val="0070C0"/>
                </a:solidFill>
              </a:rPr>
              <a:t>R99/R4</a:t>
            </a:r>
            <a:r>
              <a:rPr lang="en-US" altLang="zh-CN" sz="1200" b="0" dirty="0"/>
              <a:t> </a:t>
            </a:r>
            <a:r>
              <a:rPr lang="zh-CN" altLang="en-US" sz="1200" b="0" dirty="0"/>
              <a:t>算是初代 最大上行</a:t>
            </a:r>
            <a:r>
              <a:rPr lang="en-US" altLang="zh-CN" sz="1200" b="0" dirty="0"/>
              <a:t>384Kbps  </a:t>
            </a:r>
            <a:r>
              <a:rPr lang="zh-CN" altLang="en-US" sz="1200" b="0" dirty="0"/>
              <a:t>最大下行</a:t>
            </a:r>
            <a:r>
              <a:rPr lang="en-US" altLang="zh-CN" sz="1200" b="0" dirty="0"/>
              <a:t>2Mbps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1200" b="0" dirty="0"/>
              <a:t>HS</a:t>
            </a:r>
            <a:r>
              <a:rPr lang="en-US" altLang="zh-CN" sz="1200" b="0" dirty="0">
                <a:solidFill>
                  <a:srgbClr val="FF0000"/>
                </a:solidFill>
              </a:rPr>
              <a:t>D</a:t>
            </a:r>
            <a:r>
              <a:rPr lang="en-US" altLang="zh-CN" sz="1200" b="0" dirty="0"/>
              <a:t>PA </a:t>
            </a:r>
            <a:r>
              <a:rPr lang="zh-CN" altLang="en-US" sz="1200" b="0" i="0" dirty="0">
                <a:solidFill>
                  <a:srgbClr val="333333"/>
                </a:solidFill>
                <a:effectLst/>
                <a:latin typeface="PingFang SC"/>
              </a:rPr>
              <a:t>（高速下行分组数据接入技术）</a:t>
            </a:r>
            <a:r>
              <a:rPr lang="en-US" altLang="zh-CN" sz="1200" b="0" dirty="0">
                <a:solidFill>
                  <a:srgbClr val="0070C0"/>
                </a:solidFill>
              </a:rPr>
              <a:t>R5</a:t>
            </a:r>
            <a:r>
              <a:rPr lang="zh-CN" altLang="en-US" sz="1200" b="0" dirty="0">
                <a:solidFill>
                  <a:srgbClr val="333333"/>
                </a:solidFill>
                <a:latin typeface="PingFang SC"/>
              </a:rPr>
              <a:t> </a:t>
            </a:r>
            <a:r>
              <a:rPr lang="en-US" altLang="zh-CN" sz="1200" b="0" dirty="0"/>
              <a:t>HSDPA  </a:t>
            </a:r>
            <a:r>
              <a:rPr lang="zh-CN" altLang="en-US" sz="1200" b="0" dirty="0"/>
              <a:t>最大下行 </a:t>
            </a:r>
            <a:r>
              <a:rPr lang="en-US" altLang="zh-CN" sz="1200" b="0" dirty="0"/>
              <a:t>7.2Mbps or 14.4Mbps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1200" b="0" dirty="0"/>
              <a:t>HS</a:t>
            </a:r>
            <a:r>
              <a:rPr lang="en-US" altLang="zh-CN" sz="1200" b="0" dirty="0">
                <a:solidFill>
                  <a:srgbClr val="FF0000"/>
                </a:solidFill>
              </a:rPr>
              <a:t>U</a:t>
            </a:r>
            <a:r>
              <a:rPr lang="en-US" altLang="zh-CN" sz="1200" b="0" dirty="0"/>
              <a:t>PA   </a:t>
            </a:r>
            <a:r>
              <a:rPr lang="en-US" altLang="zh-CN" sz="1200" b="0" dirty="0">
                <a:solidFill>
                  <a:srgbClr val="0070C0"/>
                </a:solidFill>
              </a:rPr>
              <a:t>R6</a:t>
            </a:r>
            <a:r>
              <a:rPr lang="en-US" altLang="zh-CN" sz="1200" b="0" dirty="0"/>
              <a:t> HSUPA </a:t>
            </a:r>
            <a:r>
              <a:rPr lang="zh-CN" altLang="en-US" sz="1200" b="0" dirty="0"/>
              <a:t>最大上行 </a:t>
            </a:r>
            <a:r>
              <a:rPr lang="en-US" altLang="zh-CN" sz="1200" b="0" dirty="0"/>
              <a:t>5.76Mbps  </a:t>
            </a:r>
            <a:r>
              <a:rPr lang="en-US" altLang="zh-CN" sz="1200" b="0" dirty="0">
                <a:solidFill>
                  <a:srgbClr val="000000"/>
                </a:solidFill>
              </a:rPr>
              <a:t>R5</a:t>
            </a:r>
            <a:r>
              <a:rPr lang="zh-CN" altLang="en-US" sz="1200" b="0" dirty="0"/>
              <a:t>和</a:t>
            </a:r>
            <a:r>
              <a:rPr lang="en-US" altLang="zh-CN" sz="1200" b="0" dirty="0">
                <a:solidFill>
                  <a:srgbClr val="000000"/>
                </a:solidFill>
              </a:rPr>
              <a:t>R6</a:t>
            </a:r>
            <a:r>
              <a:rPr lang="zh-CN" altLang="en-US" sz="1200" b="0" dirty="0"/>
              <a:t>统称为</a:t>
            </a:r>
            <a:r>
              <a:rPr lang="en-US" altLang="zh-CN" sz="1200" b="0" dirty="0"/>
              <a:t>HSPA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1200" b="0" dirty="0"/>
              <a:t>HSPA+  </a:t>
            </a:r>
            <a:r>
              <a:rPr lang="en-US" altLang="zh-CN" sz="1200" b="0" dirty="0">
                <a:solidFill>
                  <a:srgbClr val="0066FF"/>
                </a:solidFill>
              </a:rPr>
              <a:t>R7</a:t>
            </a:r>
            <a:r>
              <a:rPr lang="zh-CN" altLang="en-US" sz="1200" b="0" dirty="0"/>
              <a:t>版本出现</a:t>
            </a:r>
            <a:r>
              <a:rPr lang="en-US" altLang="zh-CN" sz="1200" b="0" dirty="0"/>
              <a:t>HSPA+</a:t>
            </a:r>
            <a:r>
              <a:rPr lang="zh-CN" altLang="en-US" sz="1200" b="0" dirty="0"/>
              <a:t>强化了</a:t>
            </a:r>
            <a:r>
              <a:rPr lang="en-US" altLang="zh-CN" sz="1200" b="0" dirty="0"/>
              <a:t>R6</a:t>
            </a:r>
            <a:r>
              <a:rPr lang="zh-CN" altLang="en-US" sz="1200" b="0" dirty="0"/>
              <a:t>的最高下行速度，提升到</a:t>
            </a:r>
            <a:r>
              <a:rPr lang="en-US" altLang="zh-CN" sz="1200" b="0" dirty="0"/>
              <a:t>21Mbps/28Mbps/42Mbps</a:t>
            </a:r>
            <a:r>
              <a:rPr lang="zh-CN" altLang="en-US" sz="1200" b="0" dirty="0"/>
              <a:t>，甚至</a:t>
            </a:r>
            <a:r>
              <a:rPr lang="en-US" altLang="zh-CN" sz="1200" b="0" dirty="0"/>
              <a:t>56Mbps/84Mbps</a:t>
            </a:r>
          </a:p>
          <a:p>
            <a:pPr lvl="1"/>
            <a:endParaRPr lang="en-US" altLang="zh-CN" sz="12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7030A0"/>
                </a:solidFill>
              </a:rPr>
              <a:t>4G (LTE)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1200" b="0" dirty="0"/>
              <a:t>LTE</a:t>
            </a:r>
            <a:r>
              <a:rPr lang="zh-CN" altLang="en-US" sz="1200" b="0" dirty="0"/>
              <a:t>（</a:t>
            </a:r>
            <a:r>
              <a:rPr lang="en-US" altLang="zh-CN" sz="1200" b="0" dirty="0"/>
              <a:t>Long Term Evolution</a:t>
            </a:r>
            <a:r>
              <a:rPr lang="zh-CN" altLang="en-US" sz="1200" b="0" dirty="0"/>
              <a:t>长期演进）是</a:t>
            </a:r>
            <a:r>
              <a:rPr lang="en-US" altLang="zh-CN" sz="1200" b="0" dirty="0"/>
              <a:t>3G</a:t>
            </a:r>
            <a:r>
              <a:rPr lang="zh-CN" altLang="en-US" sz="1200" b="0" dirty="0"/>
              <a:t>与</a:t>
            </a:r>
            <a:r>
              <a:rPr lang="en-US" altLang="zh-CN" sz="1200" b="0" dirty="0"/>
              <a:t>4G</a:t>
            </a:r>
            <a:r>
              <a:rPr lang="zh-CN" altLang="en-US" sz="1200" b="0" dirty="0"/>
              <a:t>技术之间的过渡，是</a:t>
            </a:r>
            <a:r>
              <a:rPr lang="en-US" altLang="zh-CN" sz="1200" b="0" dirty="0">
                <a:solidFill>
                  <a:srgbClr val="FF0000"/>
                </a:solidFill>
              </a:rPr>
              <a:t>3.9G</a:t>
            </a:r>
            <a:r>
              <a:rPr lang="zh-CN" altLang="en-US" sz="1200" b="0" dirty="0"/>
              <a:t>的全球标准</a:t>
            </a:r>
            <a:r>
              <a:rPr lang="en-US" altLang="zh-CN" sz="1200" b="0" dirty="0"/>
              <a:t>, </a:t>
            </a:r>
            <a:r>
              <a:rPr lang="en-US" altLang="zh-CN" sz="1200" b="0" dirty="0">
                <a:solidFill>
                  <a:srgbClr val="0070C0"/>
                </a:solidFill>
              </a:rPr>
              <a:t>R8</a:t>
            </a:r>
            <a:r>
              <a:rPr lang="zh-CN" altLang="en-US" sz="1200" b="0" dirty="0"/>
              <a:t>中正式提出。在 </a:t>
            </a:r>
            <a:r>
              <a:rPr lang="en-US" altLang="zh-CN" sz="1200" b="0" dirty="0"/>
              <a:t>20MHz</a:t>
            </a:r>
            <a:r>
              <a:rPr lang="zh-CN" altLang="en-US" sz="1200" b="0" dirty="0"/>
              <a:t>频谱带宽下提供下行</a:t>
            </a:r>
            <a:r>
              <a:rPr lang="en-US" altLang="zh-CN" sz="1200" b="0" dirty="0"/>
              <a:t>100Mbit/s</a:t>
            </a:r>
            <a:r>
              <a:rPr lang="zh-CN" altLang="en-US" sz="1200" b="0" dirty="0"/>
              <a:t>与上行</a:t>
            </a:r>
            <a:r>
              <a:rPr lang="en-US" altLang="zh-CN" sz="1200" b="0" dirty="0"/>
              <a:t>50Mbit/s </a:t>
            </a:r>
            <a:r>
              <a:rPr lang="zh-CN" altLang="en-US" sz="1200" b="0" dirty="0"/>
              <a:t>的峰值速率</a:t>
            </a:r>
            <a:r>
              <a:rPr lang="zh-CN" altLang="en-US" sz="1200" b="0" dirty="0">
                <a:solidFill>
                  <a:srgbClr val="7030A0"/>
                </a:solidFill>
              </a:rPr>
              <a:t>。</a:t>
            </a:r>
            <a:r>
              <a:rPr lang="en-US" altLang="zh-CN" sz="1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LTE</a:t>
            </a:r>
            <a:r>
              <a:rPr lang="zh-CN" altLang="en-US" sz="1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技术主要存在</a:t>
            </a:r>
            <a:r>
              <a:rPr lang="en-US" altLang="zh-CN" sz="1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TDD</a:t>
            </a:r>
            <a:r>
              <a:rPr lang="zh-CN" altLang="en-US" sz="1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和</a:t>
            </a:r>
            <a:r>
              <a:rPr lang="en-US" altLang="zh-CN" sz="1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FDD</a:t>
            </a:r>
            <a:r>
              <a:rPr lang="zh-CN" altLang="en-US" sz="1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两种主流模式，两种模式各具特色。</a:t>
            </a:r>
            <a:r>
              <a:rPr lang="en-US" altLang="zh-CN" sz="1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FDD-LTE</a:t>
            </a:r>
            <a:r>
              <a:rPr lang="zh-CN" altLang="en-US" sz="1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在国际中应用广泛，而</a:t>
            </a:r>
            <a:r>
              <a:rPr lang="en-US" altLang="zh-CN" sz="1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TD-LTE</a:t>
            </a:r>
            <a:r>
              <a:rPr lang="zh-CN" altLang="en-US" sz="1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在我国较为常见。</a:t>
            </a:r>
            <a:endParaRPr lang="en-US" altLang="zh-CN" sz="12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1200" b="0" dirty="0"/>
              <a:t>LTE-Advanced </a:t>
            </a:r>
            <a:r>
              <a:rPr lang="zh-CN" altLang="en-US" sz="1200" b="0" dirty="0"/>
              <a:t>（高级长期演进技术，简称</a:t>
            </a:r>
            <a:r>
              <a:rPr lang="en-US" altLang="zh-CN" sz="1200" b="0" dirty="0"/>
              <a:t>LTE-A</a:t>
            </a:r>
            <a:r>
              <a:rPr lang="zh-CN" altLang="en-US" sz="1200" b="0" dirty="0"/>
              <a:t>国内称</a:t>
            </a:r>
            <a:r>
              <a:rPr lang="en-US" altLang="zh-CN" sz="1200" b="0" dirty="0"/>
              <a:t>4G+</a:t>
            </a:r>
            <a:r>
              <a:rPr lang="zh-CN" altLang="en-US" sz="1200" b="0" dirty="0"/>
              <a:t>）是</a:t>
            </a:r>
            <a:r>
              <a:rPr lang="en-US" altLang="zh-CN" sz="1200" b="0" i="0" dirty="0"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R10</a:t>
            </a:r>
            <a:r>
              <a:rPr lang="zh-CN" altLang="en-US" sz="1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以及之后的技术。带宽：</a:t>
            </a:r>
            <a:r>
              <a:rPr lang="en-US" altLang="zh-CN" sz="1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100MHz</a:t>
            </a:r>
            <a:r>
              <a:rPr lang="zh-CN" altLang="en-US" sz="1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，最大下行</a:t>
            </a:r>
            <a:r>
              <a:rPr lang="en-US" altLang="zh-CN" sz="1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1Gbps</a:t>
            </a:r>
            <a:r>
              <a:rPr lang="zh-CN" altLang="en-US" sz="1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，上行</a:t>
            </a:r>
            <a:r>
              <a:rPr lang="en-US" altLang="zh-CN" sz="1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500Mbps  </a:t>
            </a:r>
            <a:r>
              <a:rPr lang="zh-CN" altLang="en-US" sz="1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（</a:t>
            </a:r>
            <a:r>
              <a:rPr lang="en-US" altLang="zh-CN" sz="1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TD-LTE-Advanced(LTE-Advanced TDD</a:t>
            </a:r>
            <a:r>
              <a:rPr lang="zh-CN" altLang="en-US" sz="1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制式</a:t>
            </a:r>
            <a:r>
              <a:rPr lang="en-US" altLang="zh-CN" sz="1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zh-CN" altLang="en-US" sz="1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是中国具有自主知识产权的新一代移动通信技术。）</a:t>
            </a:r>
            <a:endParaRPr lang="en-US" altLang="zh-CN" sz="12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en-US" altLang="zh-CN" sz="1200" b="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lvl="1"/>
            <a:r>
              <a:rPr lang="zh-CN" altLang="en-US" sz="1600" b="0" dirty="0">
                <a:solidFill>
                  <a:srgbClr val="FF0000"/>
                </a:solidFill>
                <a:latin typeface="arial" panose="020B0604020202020204" pitchFamily="34" charset="0"/>
              </a:rPr>
              <a:t>前文中的</a:t>
            </a:r>
            <a:r>
              <a:rPr lang="en-US" altLang="zh-CN" sz="1600" b="0" dirty="0">
                <a:solidFill>
                  <a:srgbClr val="FF0000"/>
                </a:solidFill>
                <a:latin typeface="arial" panose="020B0604020202020204" pitchFamily="34" charset="0"/>
              </a:rPr>
              <a:t>R99</a:t>
            </a:r>
            <a:r>
              <a:rPr lang="zh-CN" altLang="en-US" sz="1600" b="0" dirty="0">
                <a:solidFill>
                  <a:srgbClr val="FF0000"/>
                </a:solidFill>
                <a:latin typeface="arial" panose="020B0604020202020204" pitchFamily="34" charset="0"/>
              </a:rPr>
              <a:t>，</a:t>
            </a:r>
            <a:r>
              <a:rPr lang="en-US" altLang="zh-CN" sz="1600" b="0" dirty="0">
                <a:solidFill>
                  <a:srgbClr val="FF0000"/>
                </a:solidFill>
                <a:latin typeface="arial" panose="020B0604020202020204" pitchFamily="34" charset="0"/>
              </a:rPr>
              <a:t>R4…..</a:t>
            </a:r>
            <a:r>
              <a:rPr lang="zh-CN" altLang="en-US" sz="1600" b="0" dirty="0">
                <a:solidFill>
                  <a:srgbClr val="FF0000"/>
                </a:solidFill>
                <a:latin typeface="arial" panose="020B0604020202020204" pitchFamily="34" charset="0"/>
              </a:rPr>
              <a:t>是什么？</a:t>
            </a:r>
            <a:endParaRPr lang="en-US" altLang="zh-CN" sz="1600" b="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lvl="1"/>
            <a:r>
              <a:rPr lang="zh-CN" altLang="en-US" sz="1200" b="0" dirty="0">
                <a:solidFill>
                  <a:srgbClr val="0070C0"/>
                </a:solidFill>
                <a:latin typeface="arial" panose="020B0604020202020204" pitchFamily="34" charset="0"/>
              </a:rPr>
              <a:t>指的是</a:t>
            </a:r>
            <a:r>
              <a:rPr lang="en-US" altLang="zh-CN" sz="1200" b="0" dirty="0">
                <a:solidFill>
                  <a:srgbClr val="0070C0"/>
                </a:solidFill>
                <a:latin typeface="arial" panose="020B0604020202020204" pitchFamily="34" charset="0"/>
              </a:rPr>
              <a:t>3GPP </a:t>
            </a:r>
            <a:r>
              <a:rPr lang="zh-CN" altLang="en-US" sz="1200" b="0" dirty="0">
                <a:solidFill>
                  <a:srgbClr val="0070C0"/>
                </a:solidFill>
                <a:latin typeface="arial" panose="020B0604020202020204" pitchFamily="34" charset="0"/>
              </a:rPr>
              <a:t>制定的协议规范的版本号，如</a:t>
            </a:r>
            <a:r>
              <a:rPr lang="en-US" altLang="zh-CN" sz="1200" b="0" dirty="0">
                <a:solidFill>
                  <a:srgbClr val="0070C0"/>
                </a:solidFill>
                <a:latin typeface="arial" panose="020B0604020202020204" pitchFamily="34" charset="0"/>
              </a:rPr>
              <a:t>3GPP Release 99</a:t>
            </a:r>
            <a:r>
              <a:rPr lang="zh-CN" altLang="en-US" sz="1200" b="0" dirty="0">
                <a:solidFill>
                  <a:srgbClr val="0070C0"/>
                </a:solidFill>
                <a:latin typeface="arial" panose="020B0604020202020204" pitchFamily="34" charset="0"/>
              </a:rPr>
              <a:t>是</a:t>
            </a:r>
            <a:r>
              <a:rPr lang="en-US" altLang="zh-CN" sz="1200" b="0" dirty="0">
                <a:solidFill>
                  <a:srgbClr val="0070C0"/>
                </a:solidFill>
                <a:latin typeface="arial" panose="020B0604020202020204" pitchFamily="34" charset="0"/>
              </a:rPr>
              <a:t>1999</a:t>
            </a:r>
            <a:r>
              <a:rPr lang="zh-CN" altLang="en-US" sz="1200" b="0" dirty="0">
                <a:solidFill>
                  <a:srgbClr val="0070C0"/>
                </a:solidFill>
                <a:latin typeface="arial" panose="020B0604020202020204" pitchFamily="34" charset="0"/>
              </a:rPr>
              <a:t>年制定的以此命名，但是后续</a:t>
            </a:r>
            <a:r>
              <a:rPr lang="en-US" altLang="zh-CN" sz="1200" b="0" dirty="0">
                <a:solidFill>
                  <a:srgbClr val="0070C0"/>
                </a:solidFill>
                <a:latin typeface="arial" panose="020B0604020202020204" pitchFamily="34" charset="0"/>
              </a:rPr>
              <a:t>Release 4(R4), Release 5(R5)…. </a:t>
            </a:r>
            <a:r>
              <a:rPr lang="zh-CN" altLang="en-US" sz="1200" b="0" dirty="0">
                <a:solidFill>
                  <a:srgbClr val="0070C0"/>
                </a:solidFill>
                <a:latin typeface="arial" panose="020B0604020202020204" pitchFamily="34" charset="0"/>
              </a:rPr>
              <a:t>数字命名</a:t>
            </a:r>
            <a:endParaRPr lang="en-US" altLang="zh-CN" sz="1200" b="0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335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2E605F1B-995D-4CFE-A66C-34DBB38A1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12291" name="标题 1">
            <a:extLst>
              <a:ext uri="{FF2B5EF4-FFF2-40B4-BE49-F238E27FC236}">
                <a16:creationId xmlns:a16="http://schemas.microsoft.com/office/drawing/2014/main" id="{460FF6E3-11D7-48B2-AB15-505C0B520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020272" cy="857250"/>
          </a:xfrm>
        </p:spPr>
        <p:txBody>
          <a:bodyPr/>
          <a:lstStyle/>
          <a:p>
            <a:r>
              <a:rPr lang="en-US" altLang="zh-CN" dirty="0"/>
              <a:t>RAT</a:t>
            </a:r>
            <a:r>
              <a:rPr lang="zh-CN" altLang="en-US" dirty="0"/>
              <a:t>（</a:t>
            </a:r>
            <a:r>
              <a:rPr lang="en-US" altLang="zh-CN" dirty="0"/>
              <a:t>Radio Access Technology</a:t>
            </a:r>
            <a:r>
              <a:rPr lang="zh-CN" altLang="en-US" dirty="0"/>
              <a:t>）</a:t>
            </a:r>
            <a:r>
              <a:rPr lang="en-US" altLang="zh-CN" dirty="0"/>
              <a:t> </a:t>
            </a:r>
            <a:endParaRPr lang="zh-CN" altLang="en-US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B07412C-07EF-4ACB-9F8C-2D49C3077D00}"/>
              </a:ext>
            </a:extLst>
          </p:cNvPr>
          <p:cNvSpPr txBox="1"/>
          <p:nvPr/>
        </p:nvSpPr>
        <p:spPr>
          <a:xfrm>
            <a:off x="244475" y="1196752"/>
            <a:ext cx="872001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70C0"/>
                </a:solidFill>
              </a:rPr>
              <a:t>RAT </a:t>
            </a:r>
            <a:r>
              <a:rPr lang="zh-CN" altLang="en-US" sz="2000" dirty="0">
                <a:solidFill>
                  <a:srgbClr val="0070C0"/>
                </a:solidFill>
              </a:rPr>
              <a:t>名字或者</a:t>
            </a:r>
            <a:r>
              <a:rPr lang="en-US" altLang="zh-CN" sz="2000" dirty="0">
                <a:solidFill>
                  <a:srgbClr val="0070C0"/>
                </a:solidFill>
              </a:rPr>
              <a:t>ICON</a:t>
            </a:r>
          </a:p>
          <a:p>
            <a:pPr>
              <a:defRPr/>
            </a:pPr>
            <a:r>
              <a:rPr lang="en-US" altLang="zh-CN" dirty="0">
                <a:solidFill>
                  <a:prstClr val="black"/>
                </a:solidFill>
              </a:rPr>
              <a:t>Issues:</a:t>
            </a:r>
          </a:p>
          <a:p>
            <a:r>
              <a:rPr lang="en-US" altLang="zh-CN" sz="1400" b="0" i="1" dirty="0"/>
              <a:t>COS-31 [MASP]LTE name should be used instead of 4G under Settings</a:t>
            </a:r>
          </a:p>
          <a:p>
            <a:r>
              <a:rPr lang="en-US" altLang="zh-CN" sz="1400" b="0" i="1" dirty="0"/>
              <a:t>COS-37 [MASP]"LTE" name instead "4G" should be used under Settings sub-menus</a:t>
            </a:r>
          </a:p>
          <a:p>
            <a:r>
              <a:rPr lang="en-US" altLang="zh-CN" sz="1400" b="0" i="1" dirty="0"/>
              <a:t>COS-510 [MASP]RAT Icon Display</a:t>
            </a:r>
          </a:p>
          <a:p>
            <a:endParaRPr lang="en-US" altLang="zh-CN" sz="2000" dirty="0">
              <a:solidFill>
                <a:srgbClr val="0070C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587CA1-C831-4F5A-A2B8-E54D9BC81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6B778C"/>
                </a:solidFill>
                <a:effectLst/>
                <a:latin typeface="Arial" panose="020B0604020202020204" pitchFamily="34" charset="0"/>
                <a:ea typeface="inherit"/>
                <a:hlinkClick r:id="rId2"/>
              </a:rPr>
              <a:t>S-31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rgbClr val="6B778C"/>
              </a:solidFill>
              <a:effectLst/>
              <a:latin typeface="Arial" panose="020B0604020202020204" pitchFamily="34" charset="0"/>
              <a:ea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图片 6" descr="表格, 日历&#10;&#10;中度可信度描述已自动生成">
            <a:extLst>
              <a:ext uri="{FF2B5EF4-FFF2-40B4-BE49-F238E27FC236}">
                <a16:creationId xmlns:a16="http://schemas.microsoft.com/office/drawing/2014/main" id="{492B538A-6007-4A19-87A2-3DE594245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23520"/>
            <a:ext cx="9144000" cy="301879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05C5DAF-D2F6-4E26-89F6-F42320FCA93D}"/>
              </a:ext>
            </a:extLst>
          </p:cNvPr>
          <p:cNvSpPr txBox="1"/>
          <p:nvPr/>
        </p:nvSpPr>
        <p:spPr>
          <a:xfrm>
            <a:off x="244475" y="5877272"/>
            <a:ext cx="85759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部分欧洲国家要求</a:t>
            </a:r>
            <a:r>
              <a:rPr lang="en-US" altLang="zh-CN" sz="1400" dirty="0">
                <a:solidFill>
                  <a:srgbClr val="FF0000"/>
                </a:solidFill>
              </a:rPr>
              <a:t>4G</a:t>
            </a:r>
            <a:r>
              <a:rPr lang="zh-CN" altLang="en-US" sz="1400" dirty="0">
                <a:solidFill>
                  <a:srgbClr val="FF0000"/>
                </a:solidFill>
              </a:rPr>
              <a:t>用</a:t>
            </a:r>
            <a:r>
              <a:rPr lang="en-US" altLang="zh-CN" sz="1400" dirty="0">
                <a:solidFill>
                  <a:srgbClr val="FF0000"/>
                </a:solidFill>
              </a:rPr>
              <a:t>LTE</a:t>
            </a:r>
            <a:r>
              <a:rPr lang="zh-CN" altLang="en-US" sz="1400" dirty="0">
                <a:solidFill>
                  <a:srgbClr val="FF0000"/>
                </a:solidFill>
              </a:rPr>
              <a:t>显示，有些国家要求</a:t>
            </a:r>
            <a:r>
              <a:rPr lang="en-US" altLang="zh-CN" sz="1400" dirty="0">
                <a:solidFill>
                  <a:srgbClr val="FF0000"/>
                </a:solidFill>
              </a:rPr>
              <a:t>HSPA+ </a:t>
            </a:r>
            <a:r>
              <a:rPr lang="zh-CN" altLang="en-US" sz="1400" dirty="0">
                <a:solidFill>
                  <a:srgbClr val="FF0000"/>
                </a:solidFill>
              </a:rPr>
              <a:t>以上显示</a:t>
            </a:r>
            <a:r>
              <a:rPr lang="en-US" altLang="zh-CN" sz="1400" dirty="0">
                <a:solidFill>
                  <a:srgbClr val="FF0000"/>
                </a:solidFill>
              </a:rPr>
              <a:t>4G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559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2E605F1B-995D-4CFE-A66C-34DBB38A1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12291" name="标题 1">
            <a:extLst>
              <a:ext uri="{FF2B5EF4-FFF2-40B4-BE49-F238E27FC236}">
                <a16:creationId xmlns:a16="http://schemas.microsoft.com/office/drawing/2014/main" id="{460FF6E3-11D7-48B2-AB15-505C0B520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020272" cy="857250"/>
          </a:xfrm>
        </p:spPr>
        <p:txBody>
          <a:bodyPr/>
          <a:lstStyle/>
          <a:p>
            <a:r>
              <a:rPr lang="en-US" altLang="zh-CN" dirty="0"/>
              <a:t>RAT</a:t>
            </a:r>
            <a:r>
              <a:rPr lang="zh-CN" altLang="en-US" dirty="0"/>
              <a:t>（</a:t>
            </a:r>
            <a:r>
              <a:rPr lang="en-US" altLang="zh-CN" dirty="0"/>
              <a:t>Radio Access Technology</a:t>
            </a:r>
            <a:r>
              <a:rPr lang="zh-CN" altLang="en-US" dirty="0"/>
              <a:t>）</a:t>
            </a:r>
            <a:r>
              <a:rPr lang="en-US" altLang="zh-CN" dirty="0"/>
              <a:t> </a:t>
            </a:r>
            <a:endParaRPr lang="zh-CN" altLang="en-US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B07412C-07EF-4ACB-9F8C-2D49C3077D00}"/>
              </a:ext>
            </a:extLst>
          </p:cNvPr>
          <p:cNvSpPr txBox="1"/>
          <p:nvPr/>
        </p:nvSpPr>
        <p:spPr>
          <a:xfrm>
            <a:off x="244475" y="1196752"/>
            <a:ext cx="872001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70C0"/>
                </a:solidFill>
              </a:rPr>
              <a:t>RAT Signal strength</a:t>
            </a:r>
          </a:p>
          <a:p>
            <a:pPr>
              <a:defRPr/>
            </a:pPr>
            <a:r>
              <a:rPr lang="en-US" altLang="zh-CN" dirty="0">
                <a:solidFill>
                  <a:prstClr val="black"/>
                </a:solidFill>
              </a:rPr>
              <a:t>Issues:</a:t>
            </a:r>
          </a:p>
          <a:p>
            <a:endParaRPr lang="en-US" altLang="zh-CN" sz="2000" dirty="0">
              <a:solidFill>
                <a:srgbClr val="0070C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587CA1-C831-4F5A-A2B8-E54D9BC81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6B778C"/>
                </a:solidFill>
                <a:effectLst/>
                <a:latin typeface="Arial" panose="020B0604020202020204" pitchFamily="34" charset="0"/>
                <a:ea typeface="inherit"/>
                <a:hlinkClick r:id="rId2"/>
              </a:rPr>
              <a:t>S-31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rgbClr val="6B778C"/>
              </a:solidFill>
              <a:effectLst/>
              <a:latin typeface="Arial" panose="020B0604020202020204" pitchFamily="34" charset="0"/>
              <a:ea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图片 4" descr="图形用户界面, 应用程序, Word&#10;&#10;描述已自动生成">
            <a:extLst>
              <a:ext uri="{FF2B5EF4-FFF2-40B4-BE49-F238E27FC236}">
                <a16:creationId xmlns:a16="http://schemas.microsoft.com/office/drawing/2014/main" id="{AFFB0B7A-7AB5-47F6-9D66-A4B293122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18" y="1840404"/>
            <a:ext cx="8211927" cy="3588340"/>
          </a:xfrm>
          <a:prstGeom prst="rect">
            <a:avLst/>
          </a:prstGeom>
        </p:spPr>
      </p:pic>
      <p:pic>
        <p:nvPicPr>
          <p:cNvPr id="8" name="图片 7" descr="文本&#10;&#10;描述已自动生成">
            <a:extLst>
              <a:ext uri="{FF2B5EF4-FFF2-40B4-BE49-F238E27FC236}">
                <a16:creationId xmlns:a16="http://schemas.microsoft.com/office/drawing/2014/main" id="{B3BB19BA-681D-47BB-AC01-54A202AFA6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3561" y="908720"/>
            <a:ext cx="5358284" cy="205867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B27261C-287E-4D4C-9CC3-E6A51B2D6A47}"/>
              </a:ext>
            </a:extLst>
          </p:cNvPr>
          <p:cNvSpPr txBox="1"/>
          <p:nvPr/>
        </p:nvSpPr>
        <p:spPr>
          <a:xfrm>
            <a:off x="244475" y="5517232"/>
            <a:ext cx="83599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0" dirty="0">
                <a:solidFill>
                  <a:srgbClr val="FF0000"/>
                </a:solidFill>
              </a:rPr>
              <a:t>Android </a:t>
            </a:r>
            <a:r>
              <a:rPr lang="zh-CN" altLang="en-US" sz="1600" b="0" dirty="0">
                <a:solidFill>
                  <a:srgbClr val="FF0000"/>
                </a:solidFill>
              </a:rPr>
              <a:t>有</a:t>
            </a:r>
            <a:r>
              <a:rPr lang="en-US" altLang="zh-CN" sz="1600" b="0" dirty="0" err="1">
                <a:solidFill>
                  <a:srgbClr val="FF0000"/>
                </a:solidFill>
              </a:rPr>
              <a:t>CarrierConfig</a:t>
            </a:r>
            <a:r>
              <a:rPr lang="en-US" altLang="zh-CN" sz="1600" b="0" dirty="0">
                <a:solidFill>
                  <a:srgbClr val="FF0000"/>
                </a:solidFill>
              </a:rPr>
              <a:t> </a:t>
            </a:r>
            <a:r>
              <a:rPr lang="zh-CN" altLang="en-US" sz="1600" b="0" dirty="0">
                <a:solidFill>
                  <a:srgbClr val="FF0000"/>
                </a:solidFill>
              </a:rPr>
              <a:t>机制允许给不同运营商配置不同信号等级强度，如图代码所示</a:t>
            </a:r>
            <a:endParaRPr lang="en-US" altLang="zh-CN" sz="1600" b="0" dirty="0">
              <a:solidFill>
                <a:srgbClr val="FF0000"/>
              </a:solidFill>
            </a:endParaRPr>
          </a:p>
          <a:p>
            <a:r>
              <a:rPr lang="en-US" altLang="zh-CN" sz="1600" b="0" dirty="0">
                <a:solidFill>
                  <a:srgbClr val="FF0000"/>
                </a:solidFill>
              </a:rPr>
              <a:t>UMTS </a:t>
            </a:r>
            <a:r>
              <a:rPr lang="zh-CN" altLang="en-US" sz="1600" b="0" dirty="0">
                <a:solidFill>
                  <a:srgbClr val="FF0000"/>
                </a:solidFill>
              </a:rPr>
              <a:t>下有</a:t>
            </a:r>
            <a:r>
              <a:rPr lang="en-US" altLang="zh-CN" sz="1600" b="0" dirty="0">
                <a:solidFill>
                  <a:srgbClr val="FF0000"/>
                </a:solidFill>
              </a:rPr>
              <a:t>RSSI </a:t>
            </a:r>
            <a:r>
              <a:rPr lang="zh-CN" altLang="en-US" sz="1600" b="0" dirty="0">
                <a:solidFill>
                  <a:srgbClr val="FF0000"/>
                </a:solidFill>
              </a:rPr>
              <a:t>和 </a:t>
            </a:r>
            <a:r>
              <a:rPr lang="en-US" altLang="zh-CN" sz="1600" b="0" dirty="0">
                <a:solidFill>
                  <a:srgbClr val="FF0000"/>
                </a:solidFill>
              </a:rPr>
              <a:t>RSCP</a:t>
            </a:r>
            <a:r>
              <a:rPr lang="zh-CN" altLang="en-US" sz="1600" b="0" dirty="0">
                <a:solidFill>
                  <a:srgbClr val="FF0000"/>
                </a:solidFill>
              </a:rPr>
              <a:t>两种不同的指标</a:t>
            </a:r>
            <a:endParaRPr lang="en-US" altLang="zh-CN" sz="1600" b="0" dirty="0">
              <a:solidFill>
                <a:srgbClr val="FF0000"/>
              </a:solidFill>
            </a:endParaRPr>
          </a:p>
          <a:p>
            <a:r>
              <a:rPr lang="en-US" altLang="zh-CN" sz="1600" b="0" dirty="0">
                <a:solidFill>
                  <a:srgbClr val="FF0000"/>
                </a:solidFill>
              </a:rPr>
              <a:t>LTE</a:t>
            </a:r>
            <a:r>
              <a:rPr lang="zh-CN" altLang="en-US" sz="1600" b="0" dirty="0">
                <a:solidFill>
                  <a:srgbClr val="FF0000"/>
                </a:solidFill>
              </a:rPr>
              <a:t>下还有一个</a:t>
            </a:r>
            <a:r>
              <a:rPr lang="en-US" altLang="zh-CN" sz="1600" b="0" dirty="0">
                <a:solidFill>
                  <a:srgbClr val="FF0000"/>
                </a:solidFill>
              </a:rPr>
              <a:t>SNR</a:t>
            </a:r>
            <a:r>
              <a:rPr lang="zh-CN" altLang="en-US" sz="1600" b="0" dirty="0">
                <a:solidFill>
                  <a:srgbClr val="FF0000"/>
                </a:solidFill>
              </a:rPr>
              <a:t>信噪比的参数做为信号强度的参考指标 </a:t>
            </a:r>
          </a:p>
        </p:txBody>
      </p:sp>
    </p:spTree>
    <p:extLst>
      <p:ext uri="{BB962C8B-B14F-4D97-AF65-F5344CB8AC3E}">
        <p14:creationId xmlns:p14="http://schemas.microsoft.com/office/powerpoint/2010/main" val="719748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2E605F1B-995D-4CFE-A66C-34DBB38A1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12291" name="标题 1">
            <a:extLst>
              <a:ext uri="{FF2B5EF4-FFF2-40B4-BE49-F238E27FC236}">
                <a16:creationId xmlns:a16="http://schemas.microsoft.com/office/drawing/2014/main" id="{460FF6E3-11D7-48B2-AB15-505C0B520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660232" cy="857250"/>
          </a:xfrm>
        </p:spPr>
        <p:txBody>
          <a:bodyPr/>
          <a:lstStyle/>
          <a:p>
            <a:r>
              <a:rPr lang="en-US" altLang="zh-CN" dirty="0"/>
              <a:t>Mobile Telecommunications Network </a:t>
            </a:r>
            <a:endParaRPr lang="zh-CN" altLang="en-US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B07412C-07EF-4ACB-9F8C-2D49C3077D00}"/>
              </a:ext>
            </a:extLst>
          </p:cNvPr>
          <p:cNvSpPr txBox="1"/>
          <p:nvPr/>
        </p:nvSpPr>
        <p:spPr>
          <a:xfrm>
            <a:off x="244475" y="1124744"/>
            <a:ext cx="8720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移动通讯网络的基本架构简介</a:t>
            </a:r>
            <a:endParaRPr lang="en-US" altLang="zh-CN" dirty="0">
              <a:solidFill>
                <a:srgbClr val="0070C0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9524986-810A-45AA-8D74-78929510D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91" y="1828060"/>
            <a:ext cx="4229771" cy="384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13AC8AD-72C8-441E-B83E-A8363F42B719}"/>
              </a:ext>
            </a:extLst>
          </p:cNvPr>
          <p:cNvSpPr txBox="1"/>
          <p:nvPr/>
        </p:nvSpPr>
        <p:spPr>
          <a:xfrm>
            <a:off x="4600362" y="1494076"/>
            <a:ext cx="4364126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0" dirty="0">
                <a:solidFill>
                  <a:srgbClr val="0070C0"/>
                </a:solidFill>
              </a:rPr>
              <a:t>CN</a:t>
            </a:r>
            <a:r>
              <a:rPr lang="zh-CN" altLang="en-US" b="0" dirty="0"/>
              <a:t>（</a:t>
            </a:r>
            <a:r>
              <a:rPr lang="en-US" altLang="zh-CN" b="0" dirty="0"/>
              <a:t>Core Network </a:t>
            </a:r>
            <a:r>
              <a:rPr lang="zh-CN" altLang="en-US" b="0" dirty="0"/>
              <a:t>核心网）</a:t>
            </a:r>
            <a:endParaRPr lang="en-US" altLang="zh-CN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0" dirty="0">
                <a:solidFill>
                  <a:srgbClr val="0070C0"/>
                </a:solidFill>
              </a:rPr>
              <a:t>Radio Access Network</a:t>
            </a:r>
            <a:r>
              <a:rPr lang="zh-CN" altLang="en-US" b="0" dirty="0"/>
              <a:t>（无线接入网）</a:t>
            </a:r>
            <a:endParaRPr lang="en-US" altLang="zh-CN" b="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1600" b="0" dirty="0"/>
              <a:t>2G</a:t>
            </a:r>
            <a:r>
              <a:rPr lang="zh-CN" altLang="en-US" sz="1600" b="0" dirty="0"/>
              <a:t>的接入网  </a:t>
            </a:r>
            <a:r>
              <a:rPr lang="en-US" altLang="zh-CN" sz="1600" b="0" dirty="0"/>
              <a:t>GRAN or GERAN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1600" b="0" dirty="0"/>
              <a:t>3G</a:t>
            </a:r>
            <a:r>
              <a:rPr lang="zh-CN" altLang="en-US" sz="1600" b="0" dirty="0"/>
              <a:t>的接入网  </a:t>
            </a:r>
            <a:r>
              <a:rPr lang="en-US" altLang="zh-CN" sz="1600" b="0" dirty="0"/>
              <a:t>UTRAN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1600" b="0" dirty="0"/>
              <a:t>4G</a:t>
            </a:r>
            <a:r>
              <a:rPr lang="zh-CN" altLang="en-US" sz="1600" b="0" dirty="0"/>
              <a:t>的接入网  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E-UTRAN</a:t>
            </a:r>
          </a:p>
          <a:p>
            <a:pPr lvl="1"/>
            <a:endParaRPr lang="en-US" altLang="zh-CN" sz="16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0" dirty="0">
                <a:solidFill>
                  <a:srgbClr val="0070C0"/>
                </a:solidFill>
              </a:rPr>
              <a:t>Air interface </a:t>
            </a:r>
            <a:r>
              <a:rPr lang="zh-CN" altLang="en-US" b="0" dirty="0"/>
              <a:t>（空中接口）</a:t>
            </a:r>
            <a:r>
              <a:rPr lang="en-US" altLang="zh-CN" b="0" dirty="0" err="1"/>
              <a:t>Uu</a:t>
            </a:r>
            <a:endParaRPr lang="en-US" altLang="zh-CN" b="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1600" b="0" dirty="0"/>
              <a:t>U</a:t>
            </a:r>
            <a:r>
              <a:rPr lang="zh-CN" altLang="en-US" sz="1600" b="0" dirty="0"/>
              <a:t>表示用户网络接口：</a:t>
            </a:r>
            <a:r>
              <a:rPr lang="en-US" altLang="zh-CN" sz="1600" b="0" dirty="0"/>
              <a:t>User to Network interface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1600" b="0" dirty="0"/>
              <a:t>u</a:t>
            </a:r>
            <a:r>
              <a:rPr lang="zh-CN" altLang="en-US" sz="1600" b="0" dirty="0"/>
              <a:t>表示通用：</a:t>
            </a:r>
            <a:r>
              <a:rPr lang="en-US" altLang="zh-CN" sz="1600" b="0" dirty="0"/>
              <a:t>Universal</a:t>
            </a:r>
          </a:p>
          <a:p>
            <a:pPr lvl="1"/>
            <a:endParaRPr lang="en-US" altLang="zh-CN" sz="16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UE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User Equipment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用户设备）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F1CA9A5-6C54-4D03-AD22-54D40B4A7A3A}"/>
              </a:ext>
            </a:extLst>
          </p:cNvPr>
          <p:cNvSpPr txBox="1"/>
          <p:nvPr/>
        </p:nvSpPr>
        <p:spPr>
          <a:xfrm>
            <a:off x="1619672" y="4581128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solidFill>
                  <a:srgbClr val="0070C0"/>
                </a:solidFill>
              </a:rPr>
              <a:t>Uu</a:t>
            </a:r>
            <a:endParaRPr lang="zh-CN" altLang="en-US" sz="1200" dirty="0">
              <a:solidFill>
                <a:srgbClr val="0070C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AEB3A0-C633-4283-8523-90A3810775BF}"/>
              </a:ext>
            </a:extLst>
          </p:cNvPr>
          <p:cNvSpPr txBox="1"/>
          <p:nvPr/>
        </p:nvSpPr>
        <p:spPr>
          <a:xfrm>
            <a:off x="3372809" y="4584394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solidFill>
                  <a:srgbClr val="0070C0"/>
                </a:solidFill>
              </a:rPr>
              <a:t>Uu</a:t>
            </a:r>
            <a:endParaRPr lang="zh-CN" altLang="en-US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719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2E605F1B-995D-4CFE-A66C-34DBB38A1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12291" name="标题 1">
            <a:extLst>
              <a:ext uri="{FF2B5EF4-FFF2-40B4-BE49-F238E27FC236}">
                <a16:creationId xmlns:a16="http://schemas.microsoft.com/office/drawing/2014/main" id="{460FF6E3-11D7-48B2-AB15-505C0B520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020272" cy="857250"/>
          </a:xfrm>
        </p:spPr>
        <p:txBody>
          <a:bodyPr/>
          <a:lstStyle/>
          <a:p>
            <a:r>
              <a:rPr lang="en-US" altLang="zh-CN" dirty="0"/>
              <a:t>Mobile Telecommunications Network </a:t>
            </a:r>
            <a:endParaRPr lang="zh-CN" altLang="en-US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B07412C-07EF-4ACB-9F8C-2D49C3077D00}"/>
              </a:ext>
            </a:extLst>
          </p:cNvPr>
          <p:cNvSpPr txBox="1"/>
          <p:nvPr/>
        </p:nvSpPr>
        <p:spPr>
          <a:xfrm>
            <a:off x="122013" y="1138755"/>
            <a:ext cx="875718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70C0"/>
                </a:solidFill>
              </a:rPr>
              <a:t>PS</a:t>
            </a:r>
            <a:r>
              <a:rPr lang="zh-CN" altLang="en-US" sz="2000" dirty="0">
                <a:solidFill>
                  <a:srgbClr val="0070C0"/>
                </a:solidFill>
              </a:rPr>
              <a:t>域，</a:t>
            </a:r>
            <a:r>
              <a:rPr lang="en-US" altLang="zh-CN" sz="2000" dirty="0">
                <a:solidFill>
                  <a:srgbClr val="0070C0"/>
                </a:solidFill>
              </a:rPr>
              <a:t>CS</a:t>
            </a:r>
            <a:r>
              <a:rPr lang="zh-CN" altLang="en-US" sz="2000" dirty="0">
                <a:solidFill>
                  <a:srgbClr val="0070C0"/>
                </a:solidFill>
              </a:rPr>
              <a:t>域</a:t>
            </a:r>
            <a:endParaRPr lang="en-US" altLang="zh-CN" sz="2000" dirty="0">
              <a:solidFill>
                <a:srgbClr val="0070C0"/>
              </a:solidFill>
            </a:endParaRPr>
          </a:p>
          <a:p>
            <a:pPr>
              <a:defRPr/>
            </a:pPr>
            <a:endParaRPr lang="en-US" altLang="zh-CN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en-US" altLang="zh-CN" dirty="0">
                <a:solidFill>
                  <a:prstClr val="black"/>
                </a:solidFill>
              </a:rPr>
              <a:t>Issues: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b="0" i="1" dirty="0"/>
              <a:t>CS-33 [MASP]2G only mode should have only voice and SMS, no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b="0" i="1" dirty="0"/>
              <a:t>COS-120 [MASP]“CS voice only“ voice domain preference flag should be used during Attach as VoLTE/VoWiFi is not supported for </a:t>
            </a:r>
            <a:r>
              <a:rPr lang="en-US" altLang="zh-CN" sz="1400" b="0" i="1" dirty="0" err="1"/>
              <a:t>Polkomtel</a:t>
            </a:r>
            <a:endParaRPr lang="en-US" altLang="zh-CN" sz="1400" b="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b="0" i="1" dirty="0"/>
              <a:t>Cannot Conference call (Circuit Switched)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587CA1-C831-4F5A-A2B8-E54D9BC81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6B778C"/>
                </a:solidFill>
                <a:effectLst/>
                <a:latin typeface="Arial" panose="020B0604020202020204" pitchFamily="34" charset="0"/>
                <a:ea typeface="inherit"/>
                <a:hlinkClick r:id="rId2"/>
              </a:rPr>
              <a:t>S-31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rgbClr val="6B778C"/>
              </a:solidFill>
              <a:effectLst/>
              <a:latin typeface="Arial" panose="020B0604020202020204" pitchFamily="34" charset="0"/>
              <a:ea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564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2E605F1B-995D-4CFE-A66C-34DBB38A1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12291" name="标题 1">
            <a:extLst>
              <a:ext uri="{FF2B5EF4-FFF2-40B4-BE49-F238E27FC236}">
                <a16:creationId xmlns:a16="http://schemas.microsoft.com/office/drawing/2014/main" id="{460FF6E3-11D7-48B2-AB15-505C0B520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020272" cy="857250"/>
          </a:xfrm>
        </p:spPr>
        <p:txBody>
          <a:bodyPr/>
          <a:lstStyle/>
          <a:p>
            <a:r>
              <a:rPr lang="en-US" altLang="zh-CN" dirty="0"/>
              <a:t>Mobile Telecommunications Network </a:t>
            </a:r>
            <a:endParaRPr lang="zh-CN" altLang="en-US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B07412C-07EF-4ACB-9F8C-2D49C3077D00}"/>
              </a:ext>
            </a:extLst>
          </p:cNvPr>
          <p:cNvSpPr txBox="1"/>
          <p:nvPr/>
        </p:nvSpPr>
        <p:spPr>
          <a:xfrm>
            <a:off x="122013" y="1138755"/>
            <a:ext cx="3160573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70C0"/>
                </a:solidFill>
              </a:rPr>
              <a:t>PS</a:t>
            </a:r>
            <a:r>
              <a:rPr lang="zh-CN" altLang="en-US" sz="2000" dirty="0">
                <a:solidFill>
                  <a:srgbClr val="0070C0"/>
                </a:solidFill>
              </a:rPr>
              <a:t>域，</a:t>
            </a:r>
            <a:r>
              <a:rPr lang="en-US" altLang="zh-CN" sz="2000" dirty="0">
                <a:solidFill>
                  <a:srgbClr val="0070C0"/>
                </a:solidFill>
              </a:rPr>
              <a:t>CS</a:t>
            </a:r>
            <a:r>
              <a:rPr lang="zh-CN" altLang="en-US" sz="2000" dirty="0">
                <a:solidFill>
                  <a:srgbClr val="0070C0"/>
                </a:solidFill>
              </a:rPr>
              <a:t>域</a:t>
            </a:r>
            <a:endParaRPr lang="en-US" altLang="zh-CN" sz="2000" dirty="0">
              <a:solidFill>
                <a:srgbClr val="0070C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>
              <a:defRPr/>
            </a:pPr>
            <a:r>
              <a:rPr lang="en-US" altLang="zh-CN" dirty="0">
                <a:solidFill>
                  <a:prstClr val="black"/>
                </a:solidFill>
              </a:rPr>
              <a:t>Summary:</a:t>
            </a:r>
          </a:p>
          <a:p>
            <a:pPr>
              <a:defRPr/>
            </a:pPr>
            <a:r>
              <a:rPr lang="en-US" altLang="zh-CN" sz="1400" b="0" dirty="0">
                <a:solidFill>
                  <a:srgbClr val="0070C0"/>
                </a:solidFill>
              </a:rPr>
              <a:t>R99</a:t>
            </a:r>
            <a:r>
              <a:rPr lang="zh-CN" altLang="en-US" sz="1400" b="0" dirty="0">
                <a:solidFill>
                  <a:srgbClr val="000000"/>
                </a:solidFill>
              </a:rPr>
              <a:t>规范</a:t>
            </a:r>
            <a:r>
              <a:rPr lang="en-US" altLang="zh-CN" sz="1400" b="0" dirty="0">
                <a:solidFill>
                  <a:srgbClr val="FF0000"/>
                </a:solidFill>
              </a:rPr>
              <a:t>CN</a:t>
            </a:r>
            <a:r>
              <a:rPr lang="zh-CN" altLang="en-US" sz="1400" b="0" dirty="0">
                <a:solidFill>
                  <a:srgbClr val="000000"/>
                </a:solidFill>
              </a:rPr>
              <a:t>中，传输的本质实际上只有两种形式：电路交换和分组交换。电路交换域（</a:t>
            </a:r>
            <a:r>
              <a:rPr lang="en-US" altLang="zh-CN" sz="1400" b="0" dirty="0">
                <a:solidFill>
                  <a:srgbClr val="000000"/>
                </a:solidFill>
              </a:rPr>
              <a:t>CS</a:t>
            </a:r>
            <a:r>
              <a:rPr lang="zh-CN" altLang="en-US" sz="1400" b="0" dirty="0">
                <a:solidFill>
                  <a:srgbClr val="000000"/>
                </a:solidFill>
              </a:rPr>
              <a:t>域）和分组交换域（</a:t>
            </a:r>
            <a:r>
              <a:rPr lang="en-US" altLang="zh-CN" sz="1400" b="0" dirty="0">
                <a:solidFill>
                  <a:srgbClr val="000000"/>
                </a:solidFill>
              </a:rPr>
              <a:t>PS</a:t>
            </a:r>
            <a:r>
              <a:rPr lang="zh-CN" altLang="en-US" sz="1400" b="0" dirty="0">
                <a:solidFill>
                  <a:srgbClr val="000000"/>
                </a:solidFill>
              </a:rPr>
              <a:t>域）。</a:t>
            </a:r>
            <a:endParaRPr lang="en-US" altLang="zh-CN" sz="1400" b="0" dirty="0">
              <a:solidFill>
                <a:srgbClr val="000000"/>
              </a:solidFill>
            </a:endParaRPr>
          </a:p>
          <a:p>
            <a:pPr>
              <a:defRPr/>
            </a:pPr>
            <a:r>
              <a:rPr lang="en-US" altLang="zh-CN" sz="1400" b="0" dirty="0">
                <a:solidFill>
                  <a:srgbClr val="000000"/>
                </a:solidFill>
              </a:rPr>
              <a:t>CS</a:t>
            </a:r>
            <a:r>
              <a:rPr lang="zh-CN" altLang="en-US" sz="1400" b="0" dirty="0">
                <a:solidFill>
                  <a:srgbClr val="000000"/>
                </a:solidFill>
              </a:rPr>
              <a:t>域</a:t>
            </a:r>
            <a:r>
              <a:rPr lang="en-US" altLang="zh-CN" sz="1400" b="0" dirty="0">
                <a:solidFill>
                  <a:srgbClr val="000000"/>
                </a:solidFill>
              </a:rPr>
              <a:t>(</a:t>
            </a:r>
            <a:r>
              <a:rPr lang="en-US" altLang="zh-CN" sz="1400" b="0" dirty="0">
                <a:solidFill>
                  <a:srgbClr val="FF0000"/>
                </a:solidFill>
              </a:rPr>
              <a:t>Circuit Switched Domain</a:t>
            </a:r>
            <a:r>
              <a:rPr lang="en-US" altLang="zh-CN" sz="1400" b="0" dirty="0">
                <a:solidFill>
                  <a:srgbClr val="000000"/>
                </a:solidFill>
              </a:rPr>
              <a:t>)</a:t>
            </a:r>
            <a:r>
              <a:rPr lang="zh-CN" altLang="en-US" sz="1400" b="0" dirty="0">
                <a:solidFill>
                  <a:srgbClr val="000000"/>
                </a:solidFill>
              </a:rPr>
              <a:t> ：指核心网中为用户业务提供电路交换类型连接的所有网元实体，以及所有支持相关信令的网元实体。</a:t>
            </a:r>
            <a:endParaRPr lang="en-US" altLang="zh-CN" sz="1400" b="0" dirty="0">
              <a:solidFill>
                <a:srgbClr val="000000"/>
              </a:solidFill>
            </a:endParaRPr>
          </a:p>
          <a:p>
            <a:pPr>
              <a:defRPr/>
            </a:pPr>
            <a:r>
              <a:rPr lang="en-US" altLang="zh-CN" sz="1400" b="0" dirty="0">
                <a:solidFill>
                  <a:srgbClr val="000000"/>
                </a:solidFill>
              </a:rPr>
              <a:t>PS</a:t>
            </a:r>
            <a:r>
              <a:rPr lang="zh-CN" altLang="en-US" sz="1400" b="0" dirty="0">
                <a:solidFill>
                  <a:srgbClr val="000000"/>
                </a:solidFill>
              </a:rPr>
              <a:t>域</a:t>
            </a:r>
            <a:r>
              <a:rPr lang="en-US" altLang="zh-CN" sz="1400" b="0" dirty="0">
                <a:solidFill>
                  <a:srgbClr val="000000"/>
                </a:solidFill>
              </a:rPr>
              <a:t>(</a:t>
            </a:r>
            <a:r>
              <a:rPr lang="en-US" altLang="zh-CN" sz="1400" b="0" dirty="0">
                <a:solidFill>
                  <a:srgbClr val="FF0000"/>
                </a:solidFill>
              </a:rPr>
              <a:t>Packet Switched Domain</a:t>
            </a:r>
            <a:r>
              <a:rPr lang="en-US" altLang="zh-CN" sz="1400" b="0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587CA1-C831-4F5A-A2B8-E54D9BC81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6B778C"/>
                </a:solidFill>
                <a:effectLst/>
                <a:latin typeface="Arial" panose="020B0604020202020204" pitchFamily="34" charset="0"/>
                <a:ea typeface="inherit"/>
                <a:hlinkClick r:id="rId2"/>
              </a:rPr>
              <a:t>S-31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rgbClr val="6B778C"/>
              </a:solidFill>
              <a:effectLst/>
              <a:latin typeface="Arial" panose="020B0604020202020204" pitchFamily="34" charset="0"/>
              <a:ea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23G to Lte">
            <a:extLst>
              <a:ext uri="{FF2B5EF4-FFF2-40B4-BE49-F238E27FC236}">
                <a16:creationId xmlns:a16="http://schemas.microsoft.com/office/drawing/2014/main" id="{70601E8E-0C6E-4D2D-AB13-7F27EFB0D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0706" y="864817"/>
            <a:ext cx="5833294" cy="3905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E7B4D17-BC1D-4F79-84AB-24E79A7154AC}"/>
              </a:ext>
            </a:extLst>
          </p:cNvPr>
          <p:cNvSpPr txBox="1"/>
          <p:nvPr/>
        </p:nvSpPr>
        <p:spPr>
          <a:xfrm>
            <a:off x="159187" y="4938437"/>
            <a:ext cx="87200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1400" b="0" dirty="0">
                <a:solidFill>
                  <a:srgbClr val="FF0000"/>
                </a:solidFill>
              </a:rPr>
              <a:t>CS</a:t>
            </a:r>
            <a:r>
              <a:rPr lang="zh-CN" altLang="en-US" sz="1400" b="0" dirty="0">
                <a:solidFill>
                  <a:srgbClr val="FF0000"/>
                </a:solidFill>
              </a:rPr>
              <a:t>域是电路承载域，主要走语音的，</a:t>
            </a:r>
            <a:r>
              <a:rPr lang="en-US" altLang="zh-CN" sz="1400" b="0" dirty="0">
                <a:solidFill>
                  <a:srgbClr val="FF0000"/>
                </a:solidFill>
              </a:rPr>
              <a:t>PS</a:t>
            </a:r>
            <a:r>
              <a:rPr lang="zh-CN" altLang="en-US" sz="1400" b="0" dirty="0">
                <a:solidFill>
                  <a:srgbClr val="FF0000"/>
                </a:solidFill>
              </a:rPr>
              <a:t>域是数据域，走得是</a:t>
            </a:r>
            <a:r>
              <a:rPr lang="en-US" altLang="zh-CN" sz="1400" b="0" dirty="0">
                <a:solidFill>
                  <a:srgbClr val="FF0000"/>
                </a:solidFill>
              </a:rPr>
              <a:t>IP</a:t>
            </a:r>
            <a:r>
              <a:rPr lang="zh-CN" altLang="en-US" sz="1400" b="0" dirty="0">
                <a:solidFill>
                  <a:srgbClr val="FF0000"/>
                </a:solidFill>
              </a:rPr>
              <a:t>，用于手机上网。</a:t>
            </a:r>
          </a:p>
          <a:p>
            <a:pPr>
              <a:defRPr/>
            </a:pPr>
            <a:r>
              <a:rPr lang="zh-CN" altLang="en-US" sz="1400" b="0" dirty="0">
                <a:solidFill>
                  <a:srgbClr val="FF0000"/>
                </a:solidFill>
              </a:rPr>
              <a:t>在</a:t>
            </a:r>
            <a:r>
              <a:rPr lang="en-US" altLang="zh-CN" sz="1400" b="0" dirty="0">
                <a:solidFill>
                  <a:srgbClr val="FF0000"/>
                </a:solidFill>
              </a:rPr>
              <a:t>3G</a:t>
            </a:r>
            <a:r>
              <a:rPr lang="zh-CN" altLang="en-US" sz="1400" b="0" dirty="0">
                <a:solidFill>
                  <a:srgbClr val="FF0000"/>
                </a:solidFill>
              </a:rPr>
              <a:t>下，接入网同时连接</a:t>
            </a:r>
            <a:r>
              <a:rPr lang="en-US" altLang="zh-CN" sz="1400" b="0" dirty="0">
                <a:solidFill>
                  <a:srgbClr val="FF0000"/>
                </a:solidFill>
              </a:rPr>
              <a:t>CS</a:t>
            </a:r>
            <a:r>
              <a:rPr lang="zh-CN" altLang="en-US" sz="1400" b="0" dirty="0">
                <a:solidFill>
                  <a:srgbClr val="FF0000"/>
                </a:solidFill>
              </a:rPr>
              <a:t>和</a:t>
            </a:r>
            <a:r>
              <a:rPr lang="en-US" altLang="zh-CN" sz="1400" b="0" dirty="0">
                <a:solidFill>
                  <a:srgbClr val="FF0000"/>
                </a:solidFill>
              </a:rPr>
              <a:t>PS</a:t>
            </a:r>
            <a:r>
              <a:rPr lang="zh-CN" altLang="en-US" sz="1400" b="0" dirty="0">
                <a:solidFill>
                  <a:srgbClr val="FF0000"/>
                </a:solidFill>
              </a:rPr>
              <a:t>，即核心网分割为</a:t>
            </a:r>
            <a:r>
              <a:rPr lang="en-US" altLang="zh-CN" sz="1400" b="0" dirty="0">
                <a:solidFill>
                  <a:srgbClr val="FF0000"/>
                </a:solidFill>
              </a:rPr>
              <a:t>CS,PS</a:t>
            </a:r>
            <a:r>
              <a:rPr lang="zh-CN" altLang="en-US" sz="1400" b="0" dirty="0">
                <a:solidFill>
                  <a:srgbClr val="FF0000"/>
                </a:solidFill>
              </a:rPr>
              <a:t>，打电话信号走</a:t>
            </a:r>
            <a:r>
              <a:rPr lang="en-US" altLang="zh-CN" sz="1400" b="0" dirty="0">
                <a:solidFill>
                  <a:srgbClr val="FF0000"/>
                </a:solidFill>
              </a:rPr>
              <a:t>CS</a:t>
            </a:r>
            <a:r>
              <a:rPr lang="zh-CN" altLang="en-US" sz="1400" b="0" dirty="0">
                <a:solidFill>
                  <a:srgbClr val="FF0000"/>
                </a:solidFill>
              </a:rPr>
              <a:t>，数据业务信号走</a:t>
            </a:r>
            <a:r>
              <a:rPr lang="en-US" altLang="zh-CN" sz="1400" b="0" dirty="0">
                <a:solidFill>
                  <a:srgbClr val="FF0000"/>
                </a:solidFill>
              </a:rPr>
              <a:t>PS</a:t>
            </a:r>
            <a:r>
              <a:rPr lang="zh-CN" altLang="en-US" sz="1400" b="0" dirty="0">
                <a:solidFill>
                  <a:srgbClr val="FF0000"/>
                </a:solidFill>
              </a:rPr>
              <a:t>。</a:t>
            </a:r>
          </a:p>
          <a:p>
            <a:pPr>
              <a:defRPr/>
            </a:pPr>
            <a:r>
              <a:rPr lang="zh-CN" altLang="en-US" sz="1400" b="0" dirty="0">
                <a:solidFill>
                  <a:srgbClr val="FF0000"/>
                </a:solidFill>
              </a:rPr>
              <a:t>而在</a:t>
            </a:r>
            <a:r>
              <a:rPr lang="en-US" altLang="zh-CN" sz="1400" b="0" dirty="0">
                <a:solidFill>
                  <a:srgbClr val="FF0000"/>
                </a:solidFill>
              </a:rPr>
              <a:t>LTE</a:t>
            </a:r>
            <a:r>
              <a:rPr lang="zh-CN" altLang="en-US" sz="1400" b="0" dirty="0">
                <a:solidFill>
                  <a:srgbClr val="FF0000"/>
                </a:solidFill>
              </a:rPr>
              <a:t>下，取消</a:t>
            </a:r>
            <a:r>
              <a:rPr lang="en-US" altLang="zh-CN" sz="1400" b="0" dirty="0">
                <a:solidFill>
                  <a:srgbClr val="FF0000"/>
                </a:solidFill>
              </a:rPr>
              <a:t>CS</a:t>
            </a:r>
            <a:r>
              <a:rPr lang="zh-CN" altLang="en-US" sz="1400" b="0" dirty="0">
                <a:solidFill>
                  <a:srgbClr val="FF0000"/>
                </a:solidFill>
              </a:rPr>
              <a:t>域，</a:t>
            </a:r>
            <a:r>
              <a:rPr lang="en-US" altLang="zh-CN" sz="1400" b="0" dirty="0">
                <a:solidFill>
                  <a:srgbClr val="FF0000"/>
                </a:solidFill>
              </a:rPr>
              <a:t>CS</a:t>
            </a:r>
            <a:r>
              <a:rPr lang="zh-CN" altLang="en-US" sz="1400" b="0" dirty="0">
                <a:solidFill>
                  <a:srgbClr val="FF0000"/>
                </a:solidFill>
              </a:rPr>
              <a:t>域业务在</a:t>
            </a:r>
            <a:r>
              <a:rPr lang="en-US" altLang="zh-CN" sz="1400" b="0" dirty="0">
                <a:solidFill>
                  <a:srgbClr val="FF0000"/>
                </a:solidFill>
              </a:rPr>
              <a:t>PS</a:t>
            </a:r>
            <a:r>
              <a:rPr lang="zh-CN" altLang="en-US" sz="1400" b="0" dirty="0">
                <a:solidFill>
                  <a:srgbClr val="FF0000"/>
                </a:solidFill>
              </a:rPr>
              <a:t>域实现，如</a:t>
            </a:r>
            <a:r>
              <a:rPr lang="en-US" altLang="zh-CN" sz="1400" b="0" dirty="0">
                <a:solidFill>
                  <a:srgbClr val="FF0000"/>
                </a:solidFill>
              </a:rPr>
              <a:t>VOIP(IMS)</a:t>
            </a:r>
            <a:r>
              <a:rPr lang="zh-CN" altLang="en-US" sz="1400" b="0" dirty="0">
                <a:solidFill>
                  <a:srgbClr val="FF0000"/>
                </a:solidFill>
              </a:rPr>
              <a:t>。</a:t>
            </a:r>
            <a:endParaRPr lang="en-US" altLang="zh-CN" sz="1400" b="0" dirty="0">
              <a:solidFill>
                <a:srgbClr val="FF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DD4E481-4BC6-4CBE-8D62-A07B4D3E36B8}"/>
              </a:ext>
            </a:extLst>
          </p:cNvPr>
          <p:cNvSpPr txBox="1"/>
          <p:nvPr/>
        </p:nvSpPr>
        <p:spPr>
          <a:xfrm>
            <a:off x="191906" y="5783243"/>
            <a:ext cx="8655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0" i="1" dirty="0">
                <a:solidFill>
                  <a:srgbClr val="0070C0"/>
                </a:solidFill>
                <a:effectLst/>
                <a:latin typeface="-apple-system"/>
              </a:rPr>
              <a:t>CS</a:t>
            </a:r>
            <a:r>
              <a:rPr lang="zh-CN" altLang="en-US" sz="1200" b="0" i="1" dirty="0">
                <a:solidFill>
                  <a:srgbClr val="0070C0"/>
                </a:solidFill>
                <a:effectLst/>
                <a:latin typeface="-apple-system"/>
              </a:rPr>
              <a:t>，是指通话前需在网络中建立一条线路，这是“独占”的资源，直到通话结束才拆除。</a:t>
            </a:r>
          </a:p>
          <a:p>
            <a:pPr algn="l"/>
            <a:r>
              <a:rPr lang="en-US" altLang="zh-CN" sz="1200" b="0" i="1" dirty="0">
                <a:solidFill>
                  <a:srgbClr val="0070C0"/>
                </a:solidFill>
                <a:effectLst/>
                <a:latin typeface="-apple-system"/>
              </a:rPr>
              <a:t>PS</a:t>
            </a:r>
            <a:r>
              <a:rPr lang="zh-CN" altLang="en-US" sz="1200" b="0" i="1" dirty="0">
                <a:solidFill>
                  <a:srgbClr val="0070C0"/>
                </a:solidFill>
                <a:effectLst/>
                <a:latin typeface="-apple-system"/>
              </a:rPr>
              <a:t>，是将数据打包传输，这就像快递打包一样，当你的物件被放进快递包后，快递员就不能拆包，必须完好无损的将包裹送到收件者手里，由收件者拆开，无需“独占”资源。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9118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2E605F1B-995D-4CFE-A66C-34DBB38A1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12291" name="标题 1">
            <a:extLst>
              <a:ext uri="{FF2B5EF4-FFF2-40B4-BE49-F238E27FC236}">
                <a16:creationId xmlns:a16="http://schemas.microsoft.com/office/drawing/2014/main" id="{460FF6E3-11D7-48B2-AB15-505C0B520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357813" cy="857250"/>
          </a:xfrm>
        </p:spPr>
        <p:txBody>
          <a:bodyPr/>
          <a:lstStyle/>
          <a:p>
            <a:r>
              <a:rPr lang="en-US" altLang="zh-CN" dirty="0"/>
              <a:t>Speech Ciphering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B07412C-07EF-4ACB-9F8C-2D49C3077D00}"/>
              </a:ext>
            </a:extLst>
          </p:cNvPr>
          <p:cNvSpPr txBox="1"/>
          <p:nvPr/>
        </p:nvSpPr>
        <p:spPr>
          <a:xfrm>
            <a:off x="244475" y="1196752"/>
            <a:ext cx="872001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70C0"/>
                </a:solidFill>
              </a:rPr>
              <a:t>2G</a:t>
            </a:r>
            <a:r>
              <a:rPr lang="zh-CN" altLang="en-US" sz="2000" dirty="0">
                <a:solidFill>
                  <a:srgbClr val="0070C0"/>
                </a:solidFill>
              </a:rPr>
              <a:t>加密</a:t>
            </a:r>
            <a:endParaRPr lang="en-US" altLang="zh-CN" sz="2000" dirty="0">
              <a:solidFill>
                <a:srgbClr val="0070C0"/>
              </a:solidFill>
            </a:endParaRPr>
          </a:p>
          <a:p>
            <a:r>
              <a:rPr lang="en-US" altLang="zh-CN" dirty="0"/>
              <a:t>Issues:</a:t>
            </a:r>
          </a:p>
          <a:p>
            <a:r>
              <a:rPr lang="en-US" altLang="zh-CN" sz="1400" b="0" i="1" dirty="0"/>
              <a:t>COS-2      [MASP]</a:t>
            </a:r>
            <a:r>
              <a:rPr lang="en-US" altLang="zh-CN" sz="1400" b="0" i="1" dirty="0">
                <a:solidFill>
                  <a:srgbClr val="FF0000"/>
                </a:solidFill>
              </a:rPr>
              <a:t>A5/4</a:t>
            </a:r>
            <a:r>
              <a:rPr lang="en-US" altLang="zh-CN" sz="1400" b="0" i="1" dirty="0"/>
              <a:t> ciphering must be disabled in MediaTek chipsets to enable Femtocell access</a:t>
            </a:r>
          </a:p>
          <a:p>
            <a:r>
              <a:rPr lang="en-US" altLang="zh-CN" sz="1400" b="0" i="1" dirty="0"/>
              <a:t>COS-136  [MASP]</a:t>
            </a:r>
            <a:r>
              <a:rPr lang="en-US" altLang="zh-CN" sz="1400" b="0" i="1" dirty="0">
                <a:solidFill>
                  <a:srgbClr val="FF0000"/>
                </a:solidFill>
              </a:rPr>
              <a:t>GEA 1-2-3</a:t>
            </a:r>
            <a:r>
              <a:rPr lang="en-US" altLang="zh-CN" sz="1400" b="0" i="1" dirty="0"/>
              <a:t> ciphering algorithm</a:t>
            </a:r>
          </a:p>
          <a:p>
            <a:r>
              <a:rPr lang="en-US" altLang="zh-CN" sz="1400" b="0" i="1" dirty="0"/>
              <a:t>COS-194  [MASP]</a:t>
            </a:r>
            <a:r>
              <a:rPr lang="en-US" altLang="zh-CN" sz="1400" b="0" i="1" dirty="0">
                <a:solidFill>
                  <a:srgbClr val="FF0000"/>
                </a:solidFill>
              </a:rPr>
              <a:t>A5/2</a:t>
            </a:r>
            <a:r>
              <a:rPr lang="en-US" altLang="zh-CN" sz="1400" b="0" i="1" dirty="0"/>
              <a:t> Algorithm has to be disabled</a:t>
            </a:r>
          </a:p>
          <a:p>
            <a:r>
              <a:rPr lang="en-US" altLang="zh-CN" sz="1400" b="0" i="1" dirty="0"/>
              <a:t>COS-275  [MASP]IMEA, Europe - Ciphering GPRS </a:t>
            </a:r>
            <a:r>
              <a:rPr lang="en-US" altLang="zh-CN" sz="1400" b="0" i="1" dirty="0">
                <a:solidFill>
                  <a:srgbClr val="FF0000"/>
                </a:solidFill>
              </a:rPr>
              <a:t>GEA2</a:t>
            </a:r>
          </a:p>
          <a:p>
            <a:r>
              <a:rPr lang="en-US" altLang="zh-CN" sz="1400" b="0" i="1" dirty="0"/>
              <a:t>COS-300  [MASP]Hong Kong, Taiwan - Ciphering A5/1</a:t>
            </a:r>
          </a:p>
          <a:p>
            <a:r>
              <a:rPr lang="en-US" altLang="zh-CN" sz="1400" b="0" i="1" dirty="0"/>
              <a:t>COS-414  [MASP]GSM encryption </a:t>
            </a:r>
            <a:r>
              <a:rPr lang="en-US" altLang="zh-CN" sz="1400" b="0" i="1" dirty="0">
                <a:solidFill>
                  <a:srgbClr val="FF0000"/>
                </a:solidFill>
              </a:rPr>
              <a:t>A5/0 &amp; A5/1 (A5/2</a:t>
            </a:r>
            <a:r>
              <a:rPr lang="en-US" altLang="zh-CN" sz="1400" b="0" i="1" dirty="0"/>
              <a:t> OFF)Data: </a:t>
            </a:r>
            <a:r>
              <a:rPr lang="en-US" altLang="zh-CN" sz="1400" b="0" i="1" dirty="0">
                <a:solidFill>
                  <a:srgbClr val="FF0000"/>
                </a:solidFill>
              </a:rPr>
              <a:t>GEA0, GEA1, GEA2</a:t>
            </a:r>
          </a:p>
          <a:p>
            <a:r>
              <a:rPr lang="en-US" altLang="zh-CN" sz="1400" b="0" i="1" dirty="0">
                <a:solidFill>
                  <a:srgbClr val="000000"/>
                </a:solidFill>
              </a:rPr>
              <a:t>COS-1135[MASP]Disable </a:t>
            </a:r>
            <a:r>
              <a:rPr lang="en-US" altLang="zh-CN" sz="1400" b="0" i="1" dirty="0">
                <a:solidFill>
                  <a:srgbClr val="FF0000"/>
                </a:solidFill>
              </a:rPr>
              <a:t>GEA1</a:t>
            </a:r>
            <a:r>
              <a:rPr lang="en-US" altLang="zh-CN" sz="1400" b="0" i="1" dirty="0">
                <a:solidFill>
                  <a:srgbClr val="000000"/>
                </a:solidFill>
              </a:rPr>
              <a:t> encryption for DTAG</a:t>
            </a:r>
          </a:p>
          <a:p>
            <a:r>
              <a:rPr lang="en-US" altLang="zh-CN" sz="1400" b="0" i="1" dirty="0">
                <a:solidFill>
                  <a:srgbClr val="000000"/>
                </a:solidFill>
              </a:rPr>
              <a:t>COS-1309[MA] [DTAG] GPRS Encryption Algorithm </a:t>
            </a:r>
            <a:r>
              <a:rPr lang="en-US" altLang="zh-CN" sz="1400" b="0" i="1" dirty="0">
                <a:solidFill>
                  <a:srgbClr val="FF0000"/>
                </a:solidFill>
              </a:rPr>
              <a:t>GEA/1</a:t>
            </a:r>
            <a:r>
              <a:rPr lang="en-US" altLang="zh-CN" sz="1400" b="0" i="1" dirty="0">
                <a:solidFill>
                  <a:srgbClr val="000000"/>
                </a:solidFill>
              </a:rPr>
              <a:t> should be OFF for all DTAG group countries</a:t>
            </a:r>
          </a:p>
          <a:p>
            <a:r>
              <a:rPr lang="en-US" altLang="zh-CN" sz="1400" b="0" i="1" dirty="0">
                <a:solidFill>
                  <a:srgbClr val="000000"/>
                </a:solidFill>
              </a:rPr>
              <a:t>COS-1312[MA] [o2-DE] GPRS Encryption Algorithm </a:t>
            </a:r>
            <a:r>
              <a:rPr lang="en-US" altLang="zh-CN" sz="1400" b="0" i="1" dirty="0">
                <a:solidFill>
                  <a:srgbClr val="FF0000"/>
                </a:solidFill>
              </a:rPr>
              <a:t>GEA/1</a:t>
            </a:r>
            <a:r>
              <a:rPr lang="en-US" altLang="zh-CN" sz="1400" b="0" i="1" dirty="0">
                <a:solidFill>
                  <a:srgbClr val="000000"/>
                </a:solidFill>
              </a:rPr>
              <a:t> should be OFF for o2 Germany</a:t>
            </a:r>
          </a:p>
          <a:p>
            <a:r>
              <a:rPr lang="en-US" altLang="zh-CN" sz="1400" b="0" i="1" dirty="0">
                <a:solidFill>
                  <a:srgbClr val="000000"/>
                </a:solidFill>
              </a:rPr>
              <a:t>COS-1326[MASP]Disable </a:t>
            </a:r>
            <a:r>
              <a:rPr lang="en-US" altLang="zh-CN" sz="1400" b="0" i="1" dirty="0">
                <a:solidFill>
                  <a:srgbClr val="FF0000"/>
                </a:solidFill>
              </a:rPr>
              <a:t>GEA1</a:t>
            </a:r>
            <a:r>
              <a:rPr lang="en-US" altLang="zh-CN" sz="1400" b="0" i="1" dirty="0">
                <a:solidFill>
                  <a:srgbClr val="000000"/>
                </a:solidFill>
              </a:rPr>
              <a:t> encryption for Global</a:t>
            </a:r>
          </a:p>
          <a:p>
            <a:endParaRPr lang="en-US" altLang="zh-CN" sz="1400" b="0" i="1" dirty="0">
              <a:solidFill>
                <a:srgbClr val="000000"/>
              </a:solidFill>
            </a:endParaRPr>
          </a:p>
          <a:p>
            <a:r>
              <a:rPr lang="en-US" altLang="zh-CN" dirty="0"/>
              <a:t>Summary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sz="1400" b="0" dirty="0">
                <a:solidFill>
                  <a:srgbClr val="000000"/>
                </a:solidFill>
              </a:rPr>
              <a:t>以上都是</a:t>
            </a:r>
            <a:r>
              <a:rPr lang="en-US" altLang="zh-CN" sz="1400" b="0" dirty="0">
                <a:solidFill>
                  <a:srgbClr val="000000"/>
                </a:solidFill>
              </a:rPr>
              <a:t>2G</a:t>
            </a:r>
            <a:r>
              <a:rPr lang="zh-CN" altLang="en-US" sz="1400" b="0" dirty="0">
                <a:solidFill>
                  <a:srgbClr val="000000"/>
                </a:solidFill>
              </a:rPr>
              <a:t>网络的加密算法问题</a:t>
            </a:r>
            <a:endParaRPr lang="en-US" altLang="zh-CN" sz="1400" b="0" dirty="0">
              <a:solidFill>
                <a:srgbClr val="000000"/>
              </a:solidFill>
            </a:endParaRPr>
          </a:p>
          <a:p>
            <a:r>
              <a:rPr lang="en-US" altLang="zh-CN" sz="1400" b="0" dirty="0">
                <a:solidFill>
                  <a:srgbClr val="000000"/>
                </a:solidFill>
              </a:rPr>
              <a:t>GSM</a:t>
            </a:r>
            <a:r>
              <a:rPr lang="zh-CN" altLang="en-US" sz="1400" b="0" dirty="0">
                <a:solidFill>
                  <a:srgbClr val="000000"/>
                </a:solidFill>
              </a:rPr>
              <a:t>的</a:t>
            </a:r>
            <a:r>
              <a:rPr lang="en-US" altLang="zh-CN" sz="1400" b="0" dirty="0">
                <a:solidFill>
                  <a:srgbClr val="000000"/>
                </a:solidFill>
              </a:rPr>
              <a:t>Voice</a:t>
            </a:r>
            <a:r>
              <a:rPr lang="zh-CN" altLang="en-US" sz="1400" b="0" dirty="0">
                <a:solidFill>
                  <a:srgbClr val="000000"/>
                </a:solidFill>
              </a:rPr>
              <a:t>加密有： </a:t>
            </a:r>
            <a:r>
              <a:rPr lang="en-US" altLang="zh-CN" sz="1400" b="0" dirty="0">
                <a:solidFill>
                  <a:srgbClr val="000000"/>
                </a:solidFill>
              </a:rPr>
              <a:t>A5</a:t>
            </a:r>
            <a:r>
              <a:rPr lang="zh-CN" altLang="en-US" sz="1400" b="0" dirty="0">
                <a:solidFill>
                  <a:srgbClr val="000000"/>
                </a:solidFill>
              </a:rPr>
              <a:t>算法</a:t>
            </a:r>
            <a:r>
              <a:rPr lang="en-US" altLang="zh-CN" sz="1400" b="0" dirty="0">
                <a:solidFill>
                  <a:srgbClr val="000000"/>
                </a:solidFill>
              </a:rPr>
              <a:t>: A5/0, A5/1,</a:t>
            </a:r>
            <a:r>
              <a:rPr lang="zh-CN" altLang="en-US" sz="1400" b="0" dirty="0">
                <a:solidFill>
                  <a:srgbClr val="000000"/>
                </a:solidFill>
              </a:rPr>
              <a:t> </a:t>
            </a:r>
            <a:r>
              <a:rPr lang="en-US" altLang="zh-CN" sz="1400" b="0" dirty="0">
                <a:solidFill>
                  <a:srgbClr val="000000"/>
                </a:solidFill>
              </a:rPr>
              <a:t>A5/2, A5/3, A5/4. A5/0</a:t>
            </a:r>
            <a:r>
              <a:rPr lang="zh-CN" altLang="en-US" sz="1400" b="0" dirty="0">
                <a:solidFill>
                  <a:srgbClr val="000000"/>
                </a:solidFill>
              </a:rPr>
              <a:t>就是不加密，常见需求的是前</a:t>
            </a:r>
            <a:r>
              <a:rPr lang="en-US" altLang="zh-CN" sz="1400" b="0" dirty="0">
                <a:solidFill>
                  <a:srgbClr val="000000"/>
                </a:solidFill>
              </a:rPr>
              <a:t>A5/1,2,3</a:t>
            </a:r>
            <a:r>
              <a:rPr lang="zh-CN" altLang="en-US" sz="1400" b="0" dirty="0">
                <a:solidFill>
                  <a:srgbClr val="000000"/>
                </a:solidFill>
              </a:rPr>
              <a:t>，展锐支持前</a:t>
            </a:r>
            <a:r>
              <a:rPr lang="en-US" altLang="zh-CN" sz="1400" b="0" dirty="0">
                <a:solidFill>
                  <a:srgbClr val="000000"/>
                </a:solidFill>
              </a:rPr>
              <a:t>A5/0, A5/1, A5/3, A5/2</a:t>
            </a:r>
            <a:r>
              <a:rPr lang="zh-CN" altLang="en-US" sz="1400" b="0" dirty="0">
                <a:solidFill>
                  <a:srgbClr val="000000"/>
                </a:solidFill>
              </a:rPr>
              <a:t> 由于已经被破解，所以平台厂商都默认关闭</a:t>
            </a:r>
            <a:endParaRPr lang="en-US" altLang="zh-CN" sz="1400" b="0" dirty="0">
              <a:solidFill>
                <a:srgbClr val="000000"/>
              </a:solidFill>
            </a:endParaRPr>
          </a:p>
          <a:p>
            <a:r>
              <a:rPr lang="en-US" altLang="zh-CN" sz="1400" b="0" dirty="0">
                <a:solidFill>
                  <a:srgbClr val="000000"/>
                </a:solidFill>
              </a:rPr>
              <a:t>GPRS</a:t>
            </a:r>
            <a:r>
              <a:rPr lang="zh-CN" altLang="en-US" sz="1400" b="0" dirty="0">
                <a:solidFill>
                  <a:srgbClr val="000000"/>
                </a:solidFill>
              </a:rPr>
              <a:t>的</a:t>
            </a:r>
            <a:r>
              <a:rPr lang="en-US" altLang="zh-CN" sz="1400" b="0" dirty="0">
                <a:solidFill>
                  <a:srgbClr val="000000"/>
                </a:solidFill>
              </a:rPr>
              <a:t>Data</a:t>
            </a:r>
            <a:r>
              <a:rPr lang="zh-CN" altLang="en-US" sz="1400" b="0" dirty="0">
                <a:solidFill>
                  <a:srgbClr val="000000"/>
                </a:solidFill>
              </a:rPr>
              <a:t>加密有：</a:t>
            </a:r>
            <a:r>
              <a:rPr lang="en-US" altLang="zh-CN" sz="1400" b="0" dirty="0">
                <a:solidFill>
                  <a:srgbClr val="000000"/>
                </a:solidFill>
              </a:rPr>
              <a:t>GEA</a:t>
            </a:r>
            <a:r>
              <a:rPr lang="zh-CN" altLang="en-US" sz="1400" b="0" dirty="0">
                <a:solidFill>
                  <a:srgbClr val="000000"/>
                </a:solidFill>
              </a:rPr>
              <a:t>算法</a:t>
            </a:r>
            <a:r>
              <a:rPr lang="en-US" altLang="zh-CN" sz="1400" b="0" dirty="0">
                <a:solidFill>
                  <a:srgbClr val="000000"/>
                </a:solidFill>
              </a:rPr>
              <a:t>:GEA0,GEA1,GEA2,GEA3, </a:t>
            </a:r>
            <a:r>
              <a:rPr lang="zh-CN" altLang="en-US" sz="1400" b="0" dirty="0">
                <a:solidFill>
                  <a:srgbClr val="000000"/>
                </a:solidFill>
              </a:rPr>
              <a:t>同样</a:t>
            </a:r>
            <a:r>
              <a:rPr lang="en-US" altLang="zh-CN" sz="1400" b="0" dirty="0">
                <a:solidFill>
                  <a:srgbClr val="000000"/>
                </a:solidFill>
              </a:rPr>
              <a:t>GEA0 </a:t>
            </a:r>
            <a:r>
              <a:rPr lang="zh-CN" altLang="en-US" sz="1400" b="0" dirty="0">
                <a:solidFill>
                  <a:srgbClr val="000000"/>
                </a:solidFill>
              </a:rPr>
              <a:t>表示不加密</a:t>
            </a:r>
            <a:r>
              <a:rPr lang="en-US" altLang="zh-CN" sz="1400" b="0" dirty="0">
                <a:solidFill>
                  <a:srgbClr val="000000"/>
                </a:solidFill>
              </a:rPr>
              <a:t>, </a:t>
            </a:r>
            <a:r>
              <a:rPr lang="zh-CN" altLang="en-US" sz="1400" b="0" dirty="0">
                <a:solidFill>
                  <a:srgbClr val="000000"/>
                </a:solidFill>
              </a:rPr>
              <a:t>展锐支持这几种算法，目前由于</a:t>
            </a:r>
            <a:r>
              <a:rPr lang="en-US" altLang="zh-CN" sz="1400" b="0" dirty="0">
                <a:solidFill>
                  <a:srgbClr val="000000"/>
                </a:solidFill>
              </a:rPr>
              <a:t>GEA1</a:t>
            </a:r>
            <a:r>
              <a:rPr lang="zh-CN" altLang="en-US" sz="1400" b="0" dirty="0">
                <a:solidFill>
                  <a:srgbClr val="000000"/>
                </a:solidFill>
              </a:rPr>
              <a:t>被破解，</a:t>
            </a:r>
            <a:r>
              <a:rPr lang="en-US" altLang="zh-CN" sz="1400" b="0" dirty="0">
                <a:solidFill>
                  <a:srgbClr val="000000"/>
                </a:solidFill>
              </a:rPr>
              <a:t>3GPP</a:t>
            </a:r>
            <a:r>
              <a:rPr lang="zh-CN" altLang="en-US" sz="1400" b="0" dirty="0">
                <a:solidFill>
                  <a:srgbClr val="000000"/>
                </a:solidFill>
              </a:rPr>
              <a:t>联盟已经要求将其关闭，各大运营商也纷纷提出要求</a:t>
            </a:r>
            <a:endParaRPr lang="en-US" altLang="zh-CN" sz="1400" b="0" dirty="0">
              <a:solidFill>
                <a:srgbClr val="000000"/>
              </a:solidFill>
            </a:endParaRPr>
          </a:p>
          <a:p>
            <a:endParaRPr lang="en-US" altLang="zh-CN" sz="1400" b="0" dirty="0">
              <a:solidFill>
                <a:srgbClr val="000000"/>
              </a:solidFill>
            </a:endParaRPr>
          </a:p>
          <a:p>
            <a:r>
              <a:rPr lang="en-US" altLang="zh-CN" sz="1400" b="0" dirty="0">
                <a:solidFill>
                  <a:srgbClr val="000000"/>
                </a:solidFill>
              </a:rPr>
              <a:t>MTK</a:t>
            </a:r>
            <a:r>
              <a:rPr lang="zh-CN" altLang="en-US" sz="1400" b="0" dirty="0">
                <a:solidFill>
                  <a:srgbClr val="000000"/>
                </a:solidFill>
              </a:rPr>
              <a:t>的支持情况见下图</a:t>
            </a:r>
            <a:endParaRPr lang="en-US" altLang="zh-CN" sz="1400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553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2E605F1B-995D-4CFE-A66C-34DBB38A1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12291" name="标题 1">
            <a:extLst>
              <a:ext uri="{FF2B5EF4-FFF2-40B4-BE49-F238E27FC236}">
                <a16:creationId xmlns:a16="http://schemas.microsoft.com/office/drawing/2014/main" id="{460FF6E3-11D7-48B2-AB15-505C0B520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357813" cy="857250"/>
          </a:xfrm>
        </p:spPr>
        <p:txBody>
          <a:bodyPr/>
          <a:lstStyle/>
          <a:p>
            <a:r>
              <a:rPr lang="en-US" altLang="zh-CN" dirty="0"/>
              <a:t>Speech Ciphering</a:t>
            </a:r>
            <a:endParaRPr lang="zh-CN" altLang="en-US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B07412C-07EF-4ACB-9F8C-2D49C3077D00}"/>
              </a:ext>
            </a:extLst>
          </p:cNvPr>
          <p:cNvSpPr txBox="1"/>
          <p:nvPr/>
        </p:nvSpPr>
        <p:spPr>
          <a:xfrm>
            <a:off x="244475" y="1196752"/>
            <a:ext cx="872001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70C0"/>
                </a:solidFill>
              </a:rPr>
              <a:t>2G</a:t>
            </a:r>
            <a:r>
              <a:rPr lang="zh-CN" altLang="en-US" sz="2000" dirty="0">
                <a:solidFill>
                  <a:srgbClr val="0070C0"/>
                </a:solidFill>
              </a:rPr>
              <a:t>加密</a:t>
            </a:r>
            <a:endParaRPr lang="en-US" altLang="zh-CN" sz="2000" dirty="0">
              <a:solidFill>
                <a:srgbClr val="0070C0"/>
              </a:solidFill>
            </a:endParaRPr>
          </a:p>
          <a:p>
            <a:endParaRPr lang="en-US" altLang="zh-CN" sz="1400" b="0" dirty="0">
              <a:solidFill>
                <a:srgbClr val="00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77AAEA3-8962-4A8E-921A-2FF61041F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804230"/>
            <a:ext cx="5112568" cy="605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804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2E605F1B-995D-4CFE-A66C-34DBB38A1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12291" name="标题 1">
            <a:extLst>
              <a:ext uri="{FF2B5EF4-FFF2-40B4-BE49-F238E27FC236}">
                <a16:creationId xmlns:a16="http://schemas.microsoft.com/office/drawing/2014/main" id="{460FF6E3-11D7-48B2-AB15-505C0B520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357813" cy="857250"/>
          </a:xfrm>
        </p:spPr>
        <p:txBody>
          <a:bodyPr/>
          <a:lstStyle/>
          <a:p>
            <a:r>
              <a:rPr lang="en-US" altLang="zh-CN" dirty="0"/>
              <a:t>Speech Ciphering</a:t>
            </a:r>
            <a:endParaRPr lang="zh-CN" altLang="en-US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B07412C-07EF-4ACB-9F8C-2D49C3077D00}"/>
              </a:ext>
            </a:extLst>
          </p:cNvPr>
          <p:cNvSpPr txBox="1"/>
          <p:nvPr/>
        </p:nvSpPr>
        <p:spPr>
          <a:xfrm>
            <a:off x="244475" y="1196752"/>
            <a:ext cx="8720013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70C0"/>
                </a:solidFill>
              </a:rPr>
              <a:t>3G</a:t>
            </a:r>
            <a:r>
              <a:rPr lang="zh-CN" altLang="en-US" sz="2000" dirty="0">
                <a:solidFill>
                  <a:srgbClr val="0070C0"/>
                </a:solidFill>
              </a:rPr>
              <a:t>加密</a:t>
            </a:r>
            <a:endParaRPr lang="en-US" altLang="zh-CN" sz="2000" dirty="0">
              <a:solidFill>
                <a:srgbClr val="0070C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Issues:</a:t>
            </a:r>
          </a:p>
          <a:p>
            <a:r>
              <a:rPr lang="en-US" altLang="zh-CN" sz="1400" b="0" i="1" dirty="0"/>
              <a:t>COS-419 [MASP]WCDMA encryption 3GPP/ETSI.</a:t>
            </a:r>
            <a:r>
              <a:rPr lang="en-US" altLang="zh-CN" sz="1400" b="0" i="1" dirty="0">
                <a:solidFill>
                  <a:srgbClr val="FF0000"/>
                </a:solidFill>
              </a:rPr>
              <a:t>UEA0</a:t>
            </a:r>
            <a:r>
              <a:rPr lang="en-US" altLang="zh-CN" sz="1400" b="0" i="1" dirty="0"/>
              <a:t> and </a:t>
            </a:r>
            <a:r>
              <a:rPr lang="en-US" altLang="zh-CN" sz="1400" b="0" i="1" dirty="0">
                <a:solidFill>
                  <a:srgbClr val="FF0000"/>
                </a:solidFill>
              </a:rPr>
              <a:t>UEA1</a:t>
            </a:r>
            <a:r>
              <a:rPr lang="en-US" altLang="zh-CN" sz="1400" b="0" i="1" dirty="0"/>
              <a:t> and of Integrity: </a:t>
            </a:r>
            <a:r>
              <a:rPr lang="en-US" altLang="zh-CN" sz="1400" b="0" i="1" dirty="0">
                <a:solidFill>
                  <a:srgbClr val="FF0000"/>
                </a:solidFill>
              </a:rPr>
              <a:t>UIA1</a:t>
            </a:r>
            <a:r>
              <a:rPr lang="en-US" altLang="zh-CN" sz="1400" b="0" i="1" dirty="0"/>
              <a:t>. </a:t>
            </a:r>
          </a:p>
          <a:p>
            <a:endParaRPr lang="en-US" altLang="zh-CN" sz="2000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altLang="zh-CN" dirty="0">
                <a:solidFill>
                  <a:prstClr val="black"/>
                </a:solidFill>
              </a:rPr>
              <a:t>Summary: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UEA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是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3G</a:t>
            </a:r>
            <a:r>
              <a:rPr lang="en-US" altLang="zh-CN" sz="1400" b="0" dirty="0">
                <a:solidFill>
                  <a:srgbClr val="000000"/>
                </a:solidFill>
              </a:rPr>
              <a:t>(UMTS)</a:t>
            </a:r>
            <a:r>
              <a:rPr lang="zh-CN" altLang="en-US" sz="1400" b="0" dirty="0">
                <a:solidFill>
                  <a:srgbClr val="000000"/>
                </a:solidFill>
              </a:rPr>
              <a:t>语音加密算法，</a:t>
            </a:r>
            <a:r>
              <a:rPr lang="en-US" altLang="zh-CN" sz="1400" b="0" dirty="0">
                <a:solidFill>
                  <a:srgbClr val="000000"/>
                </a:solidFill>
              </a:rPr>
              <a:t>UIA</a:t>
            </a:r>
            <a:r>
              <a:rPr lang="zh-CN" altLang="en-US" sz="1400" b="0" dirty="0">
                <a:solidFill>
                  <a:srgbClr val="000000"/>
                </a:solidFill>
              </a:rPr>
              <a:t>（</a:t>
            </a:r>
            <a:r>
              <a:rPr lang="en-US" altLang="zh-CN" sz="1400" b="0" dirty="0">
                <a:solidFill>
                  <a:srgbClr val="000000"/>
                </a:solidFill>
              </a:rPr>
              <a:t>UMTS Integrity algorithm</a:t>
            </a:r>
            <a:r>
              <a:rPr lang="zh-CN" altLang="en-US" sz="1400" b="0" dirty="0">
                <a:solidFill>
                  <a:srgbClr val="000000"/>
                </a:solidFill>
              </a:rPr>
              <a:t>）是完整性算法</a:t>
            </a:r>
            <a:endParaRPr lang="en-US" altLang="zh-CN" sz="1400" b="0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0" dirty="0">
                <a:solidFill>
                  <a:srgbClr val="000000"/>
                </a:solidFill>
              </a:rPr>
              <a:t>展锐和</a:t>
            </a:r>
            <a:r>
              <a:rPr lang="en-US" altLang="zh-CN" sz="1400" b="0" dirty="0">
                <a:solidFill>
                  <a:srgbClr val="000000"/>
                </a:solidFill>
              </a:rPr>
              <a:t>MTK</a:t>
            </a:r>
            <a:r>
              <a:rPr lang="zh-CN" altLang="en-US" sz="1400" b="0" dirty="0">
                <a:solidFill>
                  <a:srgbClr val="000000"/>
                </a:solidFill>
              </a:rPr>
              <a:t>平台对于</a:t>
            </a:r>
            <a:r>
              <a:rPr lang="en-US" altLang="zh-CN" sz="1400" b="0" dirty="0">
                <a:solidFill>
                  <a:srgbClr val="000000"/>
                </a:solidFill>
              </a:rPr>
              <a:t>3G </a:t>
            </a:r>
            <a:r>
              <a:rPr lang="zh-CN" altLang="en-US" sz="1400" b="0" dirty="0">
                <a:solidFill>
                  <a:srgbClr val="000000"/>
                </a:solidFill>
              </a:rPr>
              <a:t>加密算法支持如下</a:t>
            </a:r>
            <a:endParaRPr lang="en-US" altLang="zh-CN" sz="1400" b="0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en-US" altLang="zh-CN" sz="2000" dirty="0">
              <a:solidFill>
                <a:srgbClr val="0070C0"/>
              </a:solidFill>
            </a:endParaRPr>
          </a:p>
          <a:p>
            <a:endParaRPr lang="en-US" altLang="zh-CN" sz="1400" b="0" dirty="0">
              <a:solidFill>
                <a:srgbClr val="000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47924D9-6491-4525-90A0-9A03338A4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75" y="3068960"/>
            <a:ext cx="3796243" cy="200052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AA1F728-6673-4074-9218-F45AED873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773" y="3068960"/>
            <a:ext cx="4477659" cy="191548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2CD1D0E-45E8-4DA2-BB55-7B68E84E46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664" y="4946627"/>
            <a:ext cx="6387404" cy="191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991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2E605F1B-995D-4CFE-A66C-34DBB38A1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12291" name="标题 1">
            <a:extLst>
              <a:ext uri="{FF2B5EF4-FFF2-40B4-BE49-F238E27FC236}">
                <a16:creationId xmlns:a16="http://schemas.microsoft.com/office/drawing/2014/main" id="{460FF6E3-11D7-48B2-AB15-505C0B520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357813" cy="857250"/>
          </a:xfrm>
        </p:spPr>
        <p:txBody>
          <a:bodyPr/>
          <a:lstStyle/>
          <a:p>
            <a:r>
              <a:rPr lang="en-US" altLang="zh-CN" dirty="0"/>
              <a:t>Speech Ciphering</a:t>
            </a:r>
            <a:endParaRPr lang="zh-CN" altLang="en-US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B07412C-07EF-4ACB-9F8C-2D49C3077D00}"/>
              </a:ext>
            </a:extLst>
          </p:cNvPr>
          <p:cNvSpPr txBox="1"/>
          <p:nvPr/>
        </p:nvSpPr>
        <p:spPr>
          <a:xfrm>
            <a:off x="244475" y="1196752"/>
            <a:ext cx="8720013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70C0"/>
                </a:solidFill>
              </a:rPr>
              <a:t>4G</a:t>
            </a:r>
            <a:r>
              <a:rPr lang="zh-CN" altLang="en-US" sz="2000" dirty="0">
                <a:solidFill>
                  <a:srgbClr val="0070C0"/>
                </a:solidFill>
              </a:rPr>
              <a:t>加密</a:t>
            </a:r>
            <a:endParaRPr lang="en-US" altLang="zh-CN" sz="2000" dirty="0">
              <a:solidFill>
                <a:srgbClr val="0070C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Issues:</a:t>
            </a:r>
          </a:p>
          <a:p>
            <a:r>
              <a:rPr lang="en-US" altLang="zh-CN" sz="1400" b="0" i="1" dirty="0"/>
              <a:t>COS-455 [MASP]LTE encryption 3GPP/ETSI.128-EEA1 and of Integrity: 128-EIA1.</a:t>
            </a:r>
            <a:endParaRPr lang="en-US" altLang="zh-CN" sz="2000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altLang="zh-CN" dirty="0">
                <a:solidFill>
                  <a:prstClr val="black"/>
                </a:solidFill>
              </a:rPr>
              <a:t>Summary: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0" dirty="0">
                <a:solidFill>
                  <a:srgbClr val="000000"/>
                </a:solidFill>
              </a:rPr>
              <a:t>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EA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是</a:t>
            </a:r>
            <a:r>
              <a:rPr lang="en-US" altLang="zh-CN" sz="1400" b="0" dirty="0">
                <a:solidFill>
                  <a:srgbClr val="000000"/>
                </a:solidFill>
              </a:rPr>
              <a:t>4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</a:t>
            </a:r>
            <a:r>
              <a:rPr lang="en-US" altLang="zh-CN" sz="1400" b="0" dirty="0">
                <a:solidFill>
                  <a:srgbClr val="000000"/>
                </a:solidFill>
              </a:rPr>
              <a:t>(LTE)</a:t>
            </a:r>
            <a:r>
              <a:rPr lang="zh-CN" altLang="en-US" sz="1400" b="0" dirty="0">
                <a:solidFill>
                  <a:srgbClr val="000000"/>
                </a:solidFill>
              </a:rPr>
              <a:t>语音加密算法，</a:t>
            </a:r>
            <a:r>
              <a:rPr lang="en-US" altLang="zh-CN" sz="1400" b="0" dirty="0">
                <a:solidFill>
                  <a:srgbClr val="000000"/>
                </a:solidFill>
              </a:rPr>
              <a:t>EIA</a:t>
            </a:r>
            <a:r>
              <a:rPr lang="zh-CN" altLang="en-US" sz="1400" b="0" dirty="0">
                <a:solidFill>
                  <a:srgbClr val="000000"/>
                </a:solidFill>
              </a:rPr>
              <a:t>是完整性算法</a:t>
            </a:r>
            <a:endParaRPr lang="en-US" altLang="zh-CN" sz="1400" b="0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0" dirty="0">
                <a:solidFill>
                  <a:srgbClr val="000000"/>
                </a:solidFill>
              </a:rPr>
              <a:t>展锐和</a:t>
            </a:r>
            <a:r>
              <a:rPr lang="en-US" altLang="zh-CN" sz="1400" b="0" dirty="0">
                <a:solidFill>
                  <a:srgbClr val="000000"/>
                </a:solidFill>
              </a:rPr>
              <a:t>MTK</a:t>
            </a:r>
            <a:r>
              <a:rPr lang="zh-CN" altLang="en-US" sz="1400" b="0" dirty="0">
                <a:solidFill>
                  <a:srgbClr val="000000"/>
                </a:solidFill>
              </a:rPr>
              <a:t>平台对于</a:t>
            </a:r>
            <a:r>
              <a:rPr lang="en-US" altLang="zh-CN" sz="1400" b="0" dirty="0">
                <a:solidFill>
                  <a:srgbClr val="000000"/>
                </a:solidFill>
              </a:rPr>
              <a:t>4G </a:t>
            </a:r>
            <a:r>
              <a:rPr lang="zh-CN" altLang="en-US" sz="1400" b="0" dirty="0">
                <a:solidFill>
                  <a:srgbClr val="000000"/>
                </a:solidFill>
              </a:rPr>
              <a:t>加密算法支持见上页</a:t>
            </a:r>
            <a:r>
              <a:rPr lang="en-US" altLang="zh-CN" sz="1400" b="0" dirty="0">
                <a:solidFill>
                  <a:srgbClr val="000000"/>
                </a:solidFill>
              </a:rPr>
              <a:t>PPT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en-US" altLang="zh-CN" sz="2000" dirty="0">
              <a:solidFill>
                <a:srgbClr val="0070C0"/>
              </a:solidFill>
            </a:endParaRPr>
          </a:p>
          <a:p>
            <a:endParaRPr lang="en-US" altLang="zh-CN" sz="1400" b="0" dirty="0">
              <a:solidFill>
                <a:srgbClr val="00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7DD3CD8-2930-4294-AA37-C634C1258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708920"/>
            <a:ext cx="6616036" cy="3977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95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2E605F1B-995D-4CFE-A66C-34DBB38A1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12291" name="标题 1">
            <a:extLst>
              <a:ext uri="{FF2B5EF4-FFF2-40B4-BE49-F238E27FC236}">
                <a16:creationId xmlns:a16="http://schemas.microsoft.com/office/drawing/2014/main" id="{460FF6E3-11D7-48B2-AB15-505C0B520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020272" cy="857250"/>
          </a:xfrm>
        </p:spPr>
        <p:txBody>
          <a:bodyPr/>
          <a:lstStyle/>
          <a:p>
            <a:r>
              <a:rPr lang="en-US" altLang="zh-CN" dirty="0"/>
              <a:t>Speech codecs</a:t>
            </a:r>
            <a:endParaRPr lang="zh-CN" altLang="en-US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B07412C-07EF-4ACB-9F8C-2D49C3077D00}"/>
              </a:ext>
            </a:extLst>
          </p:cNvPr>
          <p:cNvSpPr txBox="1"/>
          <p:nvPr/>
        </p:nvSpPr>
        <p:spPr>
          <a:xfrm>
            <a:off x="150132" y="1225917"/>
            <a:ext cx="8749393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dirty="0">
                <a:solidFill>
                  <a:srgbClr val="0070C0"/>
                </a:solidFill>
              </a:rPr>
              <a:t>GMS Speech codecs</a:t>
            </a:r>
          </a:p>
          <a:p>
            <a:endParaRPr lang="en-US" altLang="zh-CN" sz="1400" b="0" dirty="0">
              <a:solidFill>
                <a:srgbClr val="000000"/>
              </a:solidFill>
            </a:endParaRPr>
          </a:p>
          <a:p>
            <a:r>
              <a:rPr lang="zh-CN" altLang="en-US" sz="1400" b="0" dirty="0">
                <a:solidFill>
                  <a:srgbClr val="000000"/>
                </a:solidFill>
              </a:rPr>
              <a:t>目前主要有三种编码译码器应用于</a:t>
            </a:r>
            <a:r>
              <a:rPr lang="en-US" altLang="zh-CN" sz="1400" b="0" dirty="0">
                <a:solidFill>
                  <a:srgbClr val="000000"/>
                </a:solidFill>
              </a:rPr>
              <a:t>GSM</a:t>
            </a:r>
            <a:r>
              <a:rPr lang="zh-CN" altLang="en-US" sz="1400" b="0" dirty="0">
                <a:solidFill>
                  <a:srgbClr val="000000"/>
                </a:solidFill>
              </a:rPr>
              <a:t>网络增强型全速率编码译码器（</a:t>
            </a:r>
            <a:r>
              <a:rPr lang="en-US" altLang="zh-CN" sz="1400" b="0" dirty="0">
                <a:solidFill>
                  <a:srgbClr val="000000"/>
                </a:solidFill>
              </a:rPr>
              <a:t>EFR</a:t>
            </a:r>
            <a:r>
              <a:rPr lang="zh-CN" altLang="en-US" sz="1400" b="0" dirty="0">
                <a:solidFill>
                  <a:srgbClr val="000000"/>
                </a:solidFill>
              </a:rPr>
              <a:t>）、全速率编码译码器（</a:t>
            </a:r>
            <a:r>
              <a:rPr lang="en-US" altLang="zh-CN" sz="1400" b="0" dirty="0">
                <a:solidFill>
                  <a:srgbClr val="000000"/>
                </a:solidFill>
              </a:rPr>
              <a:t>FR</a:t>
            </a:r>
            <a:r>
              <a:rPr lang="zh-CN" altLang="en-US" sz="1400" b="0" dirty="0">
                <a:solidFill>
                  <a:srgbClr val="000000"/>
                </a:solidFill>
              </a:rPr>
              <a:t>）、半速率编码译码器（</a:t>
            </a:r>
            <a:r>
              <a:rPr lang="en-US" altLang="zh-CN" sz="1400" b="0" dirty="0">
                <a:solidFill>
                  <a:srgbClr val="000000"/>
                </a:solidFill>
              </a:rPr>
              <a:t>HR</a:t>
            </a:r>
            <a:r>
              <a:rPr lang="zh-CN" altLang="en-US" sz="1400" b="0" dirty="0">
                <a:solidFill>
                  <a:srgbClr val="000000"/>
                </a:solidFill>
              </a:rPr>
              <a:t>）。</a:t>
            </a:r>
          </a:p>
          <a:p>
            <a:endParaRPr lang="zh-CN" altLang="en-US" sz="1400" b="0" dirty="0">
              <a:solidFill>
                <a:srgbClr val="000000"/>
              </a:solidFill>
            </a:endParaRPr>
          </a:p>
          <a:p>
            <a:r>
              <a:rPr lang="en-US" altLang="zh-CN" sz="1400" b="0" dirty="0">
                <a:solidFill>
                  <a:srgbClr val="000000"/>
                </a:solidFill>
              </a:rPr>
              <a:t>HR</a:t>
            </a:r>
            <a:r>
              <a:rPr lang="zh-CN" altLang="en-US" sz="1400" b="0" dirty="0">
                <a:solidFill>
                  <a:srgbClr val="000000"/>
                </a:solidFill>
              </a:rPr>
              <a:t>：半速率，</a:t>
            </a:r>
            <a:r>
              <a:rPr lang="en-US" altLang="zh-CN" sz="1400" b="0" dirty="0">
                <a:solidFill>
                  <a:srgbClr val="000000"/>
                </a:solidFill>
              </a:rPr>
              <a:t>5.6 </a:t>
            </a:r>
            <a:r>
              <a:rPr lang="en-US" altLang="zh-CN" sz="1400" b="0" dirty="0" err="1">
                <a:solidFill>
                  <a:srgbClr val="000000"/>
                </a:solidFill>
              </a:rPr>
              <a:t>Kb</a:t>
            </a:r>
            <a:r>
              <a:rPr lang="en-US" altLang="zh-CN" sz="1400" b="0" dirty="0">
                <a:solidFill>
                  <a:srgbClr val="000000"/>
                </a:solidFill>
              </a:rPr>
              <a:t>/s</a:t>
            </a:r>
            <a:r>
              <a:rPr lang="zh-CN" altLang="en-US" sz="1400" b="0" dirty="0">
                <a:solidFill>
                  <a:srgbClr val="000000"/>
                </a:solidFill>
              </a:rPr>
              <a:t>，以增加</a:t>
            </a:r>
            <a:r>
              <a:rPr lang="en-US" altLang="zh-CN" sz="1400" b="0" dirty="0">
                <a:solidFill>
                  <a:srgbClr val="000000"/>
                </a:solidFill>
              </a:rPr>
              <a:t>GSM</a:t>
            </a:r>
            <a:r>
              <a:rPr lang="zh-CN" altLang="en-US" sz="1400" b="0" dirty="0">
                <a:solidFill>
                  <a:srgbClr val="000000"/>
                </a:solidFill>
              </a:rPr>
              <a:t>网络容量为目的，但是会损害语音质量。</a:t>
            </a:r>
          </a:p>
          <a:p>
            <a:r>
              <a:rPr lang="en-US" altLang="zh-CN" sz="1400" b="0" dirty="0">
                <a:solidFill>
                  <a:srgbClr val="000000"/>
                </a:solidFill>
              </a:rPr>
              <a:t>FR</a:t>
            </a:r>
            <a:r>
              <a:rPr lang="zh-CN" altLang="en-US" sz="1400" b="0" dirty="0">
                <a:solidFill>
                  <a:srgbClr val="000000"/>
                </a:solidFill>
              </a:rPr>
              <a:t>：全速率，</a:t>
            </a:r>
            <a:r>
              <a:rPr lang="en-US" altLang="zh-CN" sz="1400" b="0" dirty="0">
                <a:solidFill>
                  <a:srgbClr val="000000"/>
                </a:solidFill>
              </a:rPr>
              <a:t>13 </a:t>
            </a:r>
            <a:r>
              <a:rPr lang="en-US" altLang="zh-CN" sz="1400" b="0" dirty="0" err="1">
                <a:solidFill>
                  <a:srgbClr val="000000"/>
                </a:solidFill>
              </a:rPr>
              <a:t>Kb</a:t>
            </a:r>
            <a:r>
              <a:rPr lang="en-US" altLang="zh-CN" sz="1400" b="0" dirty="0">
                <a:solidFill>
                  <a:srgbClr val="000000"/>
                </a:solidFill>
              </a:rPr>
              <a:t>/s</a:t>
            </a:r>
            <a:r>
              <a:rPr lang="zh-CN" altLang="en-US" sz="1400" b="0" dirty="0">
                <a:solidFill>
                  <a:srgbClr val="000000"/>
                </a:solidFill>
              </a:rPr>
              <a:t>，是一般的</a:t>
            </a:r>
            <a:r>
              <a:rPr lang="en-US" altLang="zh-CN" sz="1400" b="0" dirty="0">
                <a:solidFill>
                  <a:srgbClr val="000000"/>
                </a:solidFill>
              </a:rPr>
              <a:t>GSM</a:t>
            </a:r>
            <a:r>
              <a:rPr lang="zh-CN" altLang="en-US" sz="1400" b="0" dirty="0">
                <a:solidFill>
                  <a:srgbClr val="000000"/>
                </a:solidFill>
              </a:rPr>
              <a:t>手机的通信编码方式</a:t>
            </a:r>
            <a:endParaRPr lang="en-US" altLang="zh-CN" sz="1400" b="0" dirty="0">
              <a:solidFill>
                <a:srgbClr val="000000"/>
              </a:solidFill>
            </a:endParaRPr>
          </a:p>
          <a:p>
            <a:r>
              <a:rPr lang="en-US" altLang="zh-CN" sz="1400" b="0" dirty="0">
                <a:solidFill>
                  <a:srgbClr val="000000"/>
                </a:solidFill>
              </a:rPr>
              <a:t>EFR</a:t>
            </a:r>
            <a:r>
              <a:rPr lang="zh-CN" altLang="en-US" sz="1400" b="0" dirty="0">
                <a:solidFill>
                  <a:srgbClr val="000000"/>
                </a:solidFill>
              </a:rPr>
              <a:t>：增强型全速率，</a:t>
            </a:r>
            <a:r>
              <a:rPr lang="en-US" altLang="zh-CN" sz="1400" b="0" dirty="0">
                <a:solidFill>
                  <a:srgbClr val="000000"/>
                </a:solidFill>
              </a:rPr>
              <a:t>12.2 </a:t>
            </a:r>
            <a:r>
              <a:rPr lang="en-US" altLang="zh-CN" sz="1400" b="0" dirty="0" err="1">
                <a:solidFill>
                  <a:srgbClr val="000000"/>
                </a:solidFill>
              </a:rPr>
              <a:t>Kb</a:t>
            </a:r>
            <a:r>
              <a:rPr lang="en-US" altLang="zh-CN" sz="1400" b="0" dirty="0">
                <a:solidFill>
                  <a:srgbClr val="000000"/>
                </a:solidFill>
              </a:rPr>
              <a:t>/s</a:t>
            </a:r>
            <a:r>
              <a:rPr lang="zh-CN" altLang="en-US" sz="1400" b="0" dirty="0">
                <a:solidFill>
                  <a:srgbClr val="000000"/>
                </a:solidFill>
              </a:rPr>
              <a:t>，用于</a:t>
            </a:r>
            <a:r>
              <a:rPr lang="en-US" altLang="zh-CN" sz="1400" b="0" dirty="0">
                <a:solidFill>
                  <a:srgbClr val="000000"/>
                </a:solidFill>
              </a:rPr>
              <a:t>GSM</a:t>
            </a:r>
            <a:r>
              <a:rPr lang="zh-CN" altLang="en-US" sz="1400" b="0" dirty="0">
                <a:solidFill>
                  <a:srgbClr val="000000"/>
                </a:solidFill>
              </a:rPr>
              <a:t>手机基于全速率</a:t>
            </a:r>
            <a:r>
              <a:rPr lang="en-US" altLang="zh-CN" sz="1400" b="0" dirty="0">
                <a:solidFill>
                  <a:srgbClr val="000000"/>
                </a:solidFill>
              </a:rPr>
              <a:t>13Kbps</a:t>
            </a:r>
            <a:r>
              <a:rPr lang="zh-CN" altLang="en-US" sz="1400" b="0" dirty="0">
                <a:solidFill>
                  <a:srgbClr val="000000"/>
                </a:solidFill>
              </a:rPr>
              <a:t>的语音编码和发送</a:t>
            </a:r>
            <a:r>
              <a:rPr lang="en-US" altLang="zh-CN" sz="1400" b="0" dirty="0">
                <a:solidFill>
                  <a:srgbClr val="000000"/>
                </a:solidFill>
              </a:rPr>
              <a:t>,</a:t>
            </a:r>
            <a:r>
              <a:rPr lang="zh-CN" altLang="en-US" sz="1400" b="0" dirty="0">
                <a:solidFill>
                  <a:srgbClr val="000000"/>
                </a:solidFill>
              </a:rPr>
              <a:t>可以获得更好更清晰的语音质量</a:t>
            </a:r>
            <a:r>
              <a:rPr lang="en-US" altLang="zh-CN" sz="1400" b="0" dirty="0">
                <a:solidFill>
                  <a:srgbClr val="000000"/>
                </a:solidFill>
              </a:rPr>
              <a:t>(</a:t>
            </a:r>
            <a:r>
              <a:rPr lang="zh-CN" altLang="en-US" sz="1400" b="0" dirty="0">
                <a:solidFill>
                  <a:srgbClr val="000000"/>
                </a:solidFill>
              </a:rPr>
              <a:t>接近</a:t>
            </a:r>
            <a:r>
              <a:rPr lang="en-US" altLang="zh-CN" sz="1400" b="0" dirty="0">
                <a:solidFill>
                  <a:srgbClr val="000000"/>
                </a:solidFill>
              </a:rPr>
              <a:t>Qos4.7)</a:t>
            </a:r>
            <a:r>
              <a:rPr lang="zh-CN" altLang="en-US" sz="1400" b="0" dirty="0">
                <a:solidFill>
                  <a:srgbClr val="000000"/>
                </a:solidFill>
              </a:rPr>
              <a:t>，需要网络服务商开通此项网络功能手机才能配合实现。</a:t>
            </a:r>
          </a:p>
          <a:p>
            <a:endParaRPr lang="zh-CN" altLang="en-US" sz="1400" b="0" dirty="0">
              <a:solidFill>
                <a:srgbClr val="000000"/>
              </a:solidFill>
            </a:endParaRPr>
          </a:p>
          <a:p>
            <a:r>
              <a:rPr lang="en-US" altLang="zh-CN" sz="1400" b="0" dirty="0">
                <a:solidFill>
                  <a:srgbClr val="000000"/>
                </a:solidFill>
              </a:rPr>
              <a:t>AMR</a:t>
            </a:r>
            <a:r>
              <a:rPr lang="zh-CN" altLang="en-US" sz="1400" b="0" dirty="0">
                <a:solidFill>
                  <a:srgbClr val="000000"/>
                </a:solidFill>
              </a:rPr>
              <a:t>：自适应语音编解码速率，</a:t>
            </a:r>
            <a:r>
              <a:rPr lang="en-US" altLang="zh-CN" sz="1400" b="0" dirty="0">
                <a:solidFill>
                  <a:srgbClr val="000000"/>
                </a:solidFill>
              </a:rPr>
              <a:t>AMR</a:t>
            </a:r>
            <a:r>
              <a:rPr lang="zh-CN" altLang="en-US" sz="1400" b="0" dirty="0">
                <a:solidFill>
                  <a:srgbClr val="000000"/>
                </a:solidFill>
              </a:rPr>
              <a:t>可以根据信道的变化动态改变编解码速率，提升网络的容量和质量。</a:t>
            </a:r>
            <a:endParaRPr lang="en-US" altLang="zh-CN" sz="1400" b="0" dirty="0">
              <a:solidFill>
                <a:srgbClr val="000000"/>
              </a:solidFill>
            </a:endParaRPr>
          </a:p>
          <a:p>
            <a:endParaRPr lang="en-US" altLang="zh-CN" sz="1400" b="0" dirty="0">
              <a:solidFill>
                <a:srgbClr val="000000"/>
              </a:solidFill>
            </a:endParaRPr>
          </a:p>
          <a:p>
            <a:r>
              <a:rPr lang="en-US" altLang="zh-CN" sz="1400" b="0" dirty="0">
                <a:solidFill>
                  <a:srgbClr val="FF0000"/>
                </a:solidFill>
              </a:rPr>
              <a:t>MTK</a:t>
            </a:r>
            <a:r>
              <a:rPr lang="zh-CN" altLang="en-US" sz="1400" b="0" dirty="0">
                <a:solidFill>
                  <a:srgbClr val="FF0000"/>
                </a:solidFill>
              </a:rPr>
              <a:t>支持在</a:t>
            </a:r>
            <a:r>
              <a:rPr lang="en-US" altLang="zh-CN" sz="1400" b="0" dirty="0">
                <a:solidFill>
                  <a:srgbClr val="FF0000"/>
                </a:solidFill>
              </a:rPr>
              <a:t>2G</a:t>
            </a:r>
            <a:r>
              <a:rPr lang="zh-CN" altLang="en-US" sz="1400" b="0" dirty="0">
                <a:solidFill>
                  <a:srgbClr val="FF0000"/>
                </a:solidFill>
              </a:rPr>
              <a:t>下开启</a:t>
            </a:r>
            <a:r>
              <a:rPr lang="en-US" altLang="zh-CN" sz="1400" b="0" dirty="0">
                <a:solidFill>
                  <a:srgbClr val="FF0000"/>
                </a:solidFill>
              </a:rPr>
              <a:t>AMR-WB, </a:t>
            </a:r>
            <a:r>
              <a:rPr lang="zh-CN" altLang="en-US" sz="1400" b="0" dirty="0">
                <a:solidFill>
                  <a:srgbClr val="FF0000"/>
                </a:solidFill>
              </a:rPr>
              <a:t>展锐不支持</a:t>
            </a:r>
            <a:endParaRPr lang="en-US" altLang="zh-CN" sz="1400" b="0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587CA1-C831-4F5A-A2B8-E54D9BC81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6B778C"/>
                </a:solidFill>
                <a:effectLst/>
                <a:latin typeface="Arial" panose="020B0604020202020204" pitchFamily="34" charset="0"/>
                <a:ea typeface="inherit"/>
                <a:hlinkClick r:id="rId2"/>
              </a:rPr>
              <a:t>S-31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rgbClr val="6B778C"/>
              </a:solidFill>
              <a:effectLst/>
              <a:latin typeface="Arial" panose="020B0604020202020204" pitchFamily="34" charset="0"/>
              <a:ea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图片 4" descr="图形用户界面, 文本, 应用程序, 电子邮件&#10;&#10;描述已自动生成">
            <a:extLst>
              <a:ext uri="{FF2B5EF4-FFF2-40B4-BE49-F238E27FC236}">
                <a16:creationId xmlns:a16="http://schemas.microsoft.com/office/drawing/2014/main" id="{DF3FD630-CF70-42FC-BCC9-277E79431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4077072"/>
            <a:ext cx="5688632" cy="242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760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2E605F1B-995D-4CFE-A66C-34DBB38A1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12291" name="标题 1">
            <a:extLst>
              <a:ext uri="{FF2B5EF4-FFF2-40B4-BE49-F238E27FC236}">
                <a16:creationId xmlns:a16="http://schemas.microsoft.com/office/drawing/2014/main" id="{460FF6E3-11D7-48B2-AB15-505C0B520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020272" cy="857250"/>
          </a:xfrm>
        </p:spPr>
        <p:txBody>
          <a:bodyPr/>
          <a:lstStyle/>
          <a:p>
            <a:r>
              <a:rPr lang="en-US" altLang="zh-CN" dirty="0"/>
              <a:t>Speech codecs</a:t>
            </a:r>
            <a:endParaRPr lang="zh-CN" altLang="en-US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B07412C-07EF-4ACB-9F8C-2D49C3077D00}"/>
              </a:ext>
            </a:extLst>
          </p:cNvPr>
          <p:cNvSpPr txBox="1"/>
          <p:nvPr/>
        </p:nvSpPr>
        <p:spPr>
          <a:xfrm>
            <a:off x="150132" y="1225917"/>
            <a:ext cx="8749393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dirty="0">
                <a:solidFill>
                  <a:srgbClr val="0070C0"/>
                </a:solidFill>
              </a:rPr>
              <a:t>UMTS Speech codecs</a:t>
            </a:r>
          </a:p>
          <a:p>
            <a:endParaRPr lang="en-US" altLang="zh-CN" sz="1400" b="0" dirty="0">
              <a:solidFill>
                <a:srgbClr val="000000"/>
              </a:solidFill>
            </a:endParaRPr>
          </a:p>
          <a:p>
            <a:r>
              <a:rPr lang="zh-CN" altLang="en-US" sz="1400" b="0" dirty="0"/>
              <a:t>第三代移动通信 </a:t>
            </a:r>
            <a:r>
              <a:rPr lang="en-US" altLang="zh-CN" sz="1400" b="0" dirty="0"/>
              <a:t>W-CDMA </a:t>
            </a:r>
            <a:r>
              <a:rPr lang="zh-CN" altLang="en-US" sz="1400" b="0" dirty="0"/>
              <a:t>系统中开始主要使用</a:t>
            </a:r>
            <a:r>
              <a:rPr lang="en-US" altLang="zh-CN" sz="1400" b="0" dirty="0">
                <a:solidFill>
                  <a:srgbClr val="FF0000"/>
                </a:solidFill>
              </a:rPr>
              <a:t>AMR</a:t>
            </a:r>
            <a:r>
              <a:rPr lang="zh-CN" altLang="en-US" sz="1400" b="0" dirty="0"/>
              <a:t>作为编码译码器。</a:t>
            </a:r>
            <a:r>
              <a:rPr lang="en-US" altLang="zh-CN" sz="1400" b="0" dirty="0">
                <a:solidFill>
                  <a:srgbClr val="FF0000"/>
                </a:solidFill>
              </a:rPr>
              <a:t>AMR-NB</a:t>
            </a:r>
            <a:r>
              <a:rPr lang="en-US" altLang="zh-CN" sz="1400" b="0" dirty="0"/>
              <a:t> </a:t>
            </a:r>
            <a:r>
              <a:rPr lang="zh-CN" altLang="en-US" sz="1400" b="0" dirty="0"/>
              <a:t>支持八种速率模式</a:t>
            </a:r>
            <a:r>
              <a:rPr lang="en-US" altLang="zh-CN" sz="1400" b="0" dirty="0"/>
              <a:t>,</a:t>
            </a:r>
            <a:r>
              <a:rPr lang="zh-CN" altLang="en-US" sz="1400" b="0" dirty="0"/>
              <a:t>分别为</a:t>
            </a:r>
            <a:r>
              <a:rPr lang="en-US" altLang="zh-CN" sz="1400" b="0" dirty="0"/>
              <a:t>:</a:t>
            </a:r>
            <a:r>
              <a:rPr lang="zh-CN" altLang="en-US" sz="1400" b="0" dirty="0"/>
              <a:t>模式</a:t>
            </a:r>
            <a:r>
              <a:rPr lang="en-US" altLang="zh-CN" sz="1400" b="0" dirty="0"/>
              <a:t>0(4.75kbit/s)</a:t>
            </a:r>
            <a:r>
              <a:rPr lang="zh-CN" altLang="en-US" sz="1400" b="0" dirty="0"/>
              <a:t>、模式</a:t>
            </a:r>
            <a:r>
              <a:rPr lang="en-US" altLang="zh-CN" sz="1400" b="0" dirty="0"/>
              <a:t>1(5.15kbit/s)</a:t>
            </a:r>
            <a:r>
              <a:rPr lang="zh-CN" altLang="en-US" sz="1400" b="0" dirty="0"/>
              <a:t>、模式</a:t>
            </a:r>
            <a:r>
              <a:rPr lang="en-US" altLang="zh-CN" sz="1400" b="0" dirty="0"/>
              <a:t>2 (5.90kbit/s)</a:t>
            </a:r>
            <a:r>
              <a:rPr lang="zh-CN" altLang="en-US" sz="1400" b="0" dirty="0"/>
              <a:t>、模式</a:t>
            </a:r>
            <a:r>
              <a:rPr lang="en-US" altLang="zh-CN" sz="1400" b="0" dirty="0"/>
              <a:t>3(6.70kbit/s)</a:t>
            </a:r>
            <a:r>
              <a:rPr lang="zh-CN" altLang="en-US" sz="1400" b="0" dirty="0"/>
              <a:t>、模式 </a:t>
            </a:r>
            <a:r>
              <a:rPr lang="en-US" altLang="zh-CN" sz="1400" b="0" dirty="0"/>
              <a:t>4(7.40kbit/s)</a:t>
            </a:r>
            <a:r>
              <a:rPr lang="zh-CN" altLang="en-US" sz="1400" b="0" dirty="0"/>
              <a:t>、模式 </a:t>
            </a:r>
            <a:r>
              <a:rPr lang="en-US" altLang="zh-CN" sz="1400" b="0" dirty="0"/>
              <a:t>5(7.95kbit/s)</a:t>
            </a:r>
            <a:r>
              <a:rPr lang="zh-CN" altLang="en-US" sz="1400" b="0" dirty="0"/>
              <a:t>、模式 </a:t>
            </a:r>
            <a:r>
              <a:rPr lang="en-US" altLang="zh-CN" sz="1400" b="0" dirty="0"/>
              <a:t>6(10.2kbit/s)</a:t>
            </a:r>
            <a:r>
              <a:rPr lang="zh-CN" altLang="en-US" sz="1400" b="0" dirty="0"/>
              <a:t>、模式 </a:t>
            </a:r>
            <a:r>
              <a:rPr lang="en-US" altLang="zh-CN" sz="1400" b="0" dirty="0"/>
              <a:t>7(12.2kbit/s),</a:t>
            </a:r>
            <a:r>
              <a:rPr lang="zh-CN" altLang="en-US" sz="1400" b="0" dirty="0"/>
              <a:t>其以更加智能的方式解决信源和信道编码的速率分配问题</a:t>
            </a:r>
            <a:r>
              <a:rPr lang="en-US" altLang="zh-CN" sz="1400" b="0" dirty="0"/>
              <a:t>,</a:t>
            </a:r>
            <a:r>
              <a:rPr lang="zh-CN" altLang="en-US" sz="1400" b="0" dirty="0"/>
              <a:t>根据无线信道和传输状况来自适应地选择一种编码模式进行传输</a:t>
            </a:r>
            <a:r>
              <a:rPr lang="en-US" altLang="zh-CN" sz="1400" b="0" dirty="0"/>
              <a:t>,</a:t>
            </a:r>
            <a:r>
              <a:rPr lang="zh-CN" altLang="en-US" sz="1400" b="0" dirty="0"/>
              <a:t>使得无线资源的配置与利用更加灵活有效。</a:t>
            </a:r>
          </a:p>
          <a:p>
            <a:endParaRPr lang="zh-CN" altLang="en-US" sz="1400" b="0" dirty="0"/>
          </a:p>
          <a:p>
            <a:r>
              <a:rPr lang="zh-CN" altLang="en-US" sz="1400" b="0" dirty="0"/>
              <a:t>在 </a:t>
            </a:r>
            <a:r>
              <a:rPr lang="en-US" altLang="zh-CN" sz="1400" b="0" dirty="0"/>
              <a:t>2000 </a:t>
            </a:r>
            <a:r>
              <a:rPr lang="zh-CN" altLang="en-US" sz="1400" b="0" dirty="0"/>
              <a:t>年 </a:t>
            </a:r>
            <a:r>
              <a:rPr lang="en-US" altLang="zh-CN" sz="1400" b="0" dirty="0"/>
              <a:t>12 </a:t>
            </a:r>
            <a:r>
              <a:rPr lang="zh-CN" altLang="en-US" sz="1400" b="0" dirty="0"/>
              <a:t>月</a:t>
            </a:r>
            <a:r>
              <a:rPr lang="en-US" altLang="zh-CN" sz="1400" b="0" dirty="0"/>
              <a:t>,3GPP </a:t>
            </a:r>
            <a:r>
              <a:rPr lang="zh-CN" altLang="en-US" sz="1400" b="0" dirty="0"/>
              <a:t>选择自适应多速率宽带语音编码 </a:t>
            </a:r>
            <a:r>
              <a:rPr lang="en-US" altLang="zh-CN" sz="1400" b="0" dirty="0">
                <a:solidFill>
                  <a:srgbClr val="FF0000"/>
                </a:solidFill>
              </a:rPr>
              <a:t>AMR-WB</a:t>
            </a:r>
            <a:r>
              <a:rPr lang="zh-CN" altLang="en-US" sz="1400" b="0" dirty="0"/>
              <a:t>算法作为第三代移动通信系统使用的语音编解码算法。</a:t>
            </a:r>
            <a:r>
              <a:rPr lang="en-US" altLang="zh-CN" sz="1400" b="0" dirty="0"/>
              <a:t>AMR-WB </a:t>
            </a:r>
            <a:r>
              <a:rPr lang="zh-CN" altLang="en-US" sz="1400" b="0" dirty="0"/>
              <a:t>音频带宽在 </a:t>
            </a:r>
            <a:r>
              <a:rPr lang="en-US" altLang="zh-CN" sz="1400" b="0" dirty="0"/>
              <a:t>50Hz-7000Hz,</a:t>
            </a:r>
            <a:r>
              <a:rPr lang="zh-CN" altLang="en-US" sz="1400" b="0" dirty="0"/>
              <a:t>相对于 </a:t>
            </a:r>
            <a:r>
              <a:rPr lang="en-US" altLang="zh-CN" sz="1400" b="0" dirty="0"/>
              <a:t>200Hz-3400Hz </a:t>
            </a:r>
            <a:r>
              <a:rPr lang="zh-CN" altLang="en-US" sz="1400" b="0" dirty="0"/>
              <a:t>为宽带</a:t>
            </a:r>
            <a:r>
              <a:rPr lang="en-US" altLang="zh-CN" sz="1400" b="0" dirty="0"/>
              <a:t>,</a:t>
            </a:r>
            <a:r>
              <a:rPr lang="zh-CN" altLang="en-US" sz="1400" b="0" dirty="0"/>
              <a:t>支持九种速率模式</a:t>
            </a:r>
            <a:r>
              <a:rPr lang="en-US" altLang="zh-CN" sz="1400" b="0" dirty="0"/>
              <a:t>,</a:t>
            </a:r>
            <a:r>
              <a:rPr lang="zh-CN" altLang="en-US" sz="1400" b="0" dirty="0"/>
              <a:t>分别为</a:t>
            </a:r>
            <a:r>
              <a:rPr lang="en-US" altLang="zh-CN" sz="1400" b="0" dirty="0"/>
              <a:t>:</a:t>
            </a:r>
            <a:r>
              <a:rPr lang="zh-CN" altLang="en-US" sz="1400" b="0" dirty="0"/>
              <a:t>模式</a:t>
            </a:r>
            <a:r>
              <a:rPr lang="en-US" altLang="zh-CN" sz="1400" b="0" dirty="0"/>
              <a:t>0(6.60kbit/s)</a:t>
            </a:r>
            <a:r>
              <a:rPr lang="zh-CN" altLang="en-US" sz="1400" b="0" dirty="0"/>
              <a:t>、模式 </a:t>
            </a:r>
            <a:r>
              <a:rPr lang="en-US" altLang="zh-CN" sz="1400" b="0" dirty="0"/>
              <a:t>1(8.85kbit/s)</a:t>
            </a:r>
            <a:r>
              <a:rPr lang="zh-CN" altLang="en-US" sz="1400" b="0" dirty="0"/>
              <a:t>、模式 </a:t>
            </a:r>
            <a:r>
              <a:rPr lang="en-US" altLang="zh-CN" sz="1400" b="0" dirty="0"/>
              <a:t>2 (12.65kbit/s)</a:t>
            </a:r>
            <a:r>
              <a:rPr lang="zh-CN" altLang="en-US" sz="1400" b="0" dirty="0"/>
              <a:t>、模式 </a:t>
            </a:r>
            <a:r>
              <a:rPr lang="en-US" altLang="zh-CN" sz="1400" b="0" dirty="0"/>
              <a:t>3(14.25kbit/s)</a:t>
            </a:r>
            <a:r>
              <a:rPr lang="zh-CN" altLang="en-US" sz="1400" b="0" dirty="0"/>
              <a:t>、模式 </a:t>
            </a:r>
            <a:r>
              <a:rPr lang="en-US" altLang="zh-CN" sz="1400" b="0" dirty="0"/>
              <a:t>4(15.85kbit/s)</a:t>
            </a:r>
            <a:r>
              <a:rPr lang="zh-CN" altLang="en-US" sz="1400" b="0" dirty="0"/>
              <a:t>、模式 </a:t>
            </a:r>
            <a:r>
              <a:rPr lang="en-US" altLang="zh-CN" sz="1400" b="0" dirty="0"/>
              <a:t>5(18.25kbit/s)</a:t>
            </a:r>
            <a:r>
              <a:rPr lang="zh-CN" altLang="en-US" sz="1400" b="0" dirty="0"/>
              <a:t>、模式 </a:t>
            </a:r>
            <a:r>
              <a:rPr lang="en-US" altLang="zh-CN" sz="1400" b="0" dirty="0"/>
              <a:t>6(19.85kbit/s)</a:t>
            </a:r>
            <a:r>
              <a:rPr lang="zh-CN" altLang="en-US" sz="1400" b="0" dirty="0"/>
              <a:t>、模式 </a:t>
            </a:r>
            <a:r>
              <a:rPr lang="en-US" altLang="zh-CN" sz="1400" b="0" dirty="0"/>
              <a:t>7(23.05kbit/s)</a:t>
            </a:r>
            <a:r>
              <a:rPr lang="zh-CN" altLang="en-US" sz="1400" b="0" dirty="0"/>
              <a:t>和模式 </a:t>
            </a:r>
            <a:r>
              <a:rPr lang="en-US" altLang="zh-CN" sz="1400" b="0" dirty="0"/>
              <a:t>8(23.85kbit/s)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587CA1-C831-4F5A-A2B8-E54D9BC81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6B778C"/>
                </a:solidFill>
                <a:effectLst/>
                <a:latin typeface="Arial" panose="020B0604020202020204" pitchFamily="34" charset="0"/>
                <a:ea typeface="inherit"/>
                <a:hlinkClick r:id="rId2"/>
              </a:rPr>
              <a:t>S-31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rgbClr val="6B778C"/>
              </a:solidFill>
              <a:effectLst/>
              <a:latin typeface="Arial" panose="020B0604020202020204" pitchFamily="34" charset="0"/>
              <a:ea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917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2E605F1B-995D-4CFE-A66C-34DBB38A1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12291" name="标题 1">
            <a:extLst>
              <a:ext uri="{FF2B5EF4-FFF2-40B4-BE49-F238E27FC236}">
                <a16:creationId xmlns:a16="http://schemas.microsoft.com/office/drawing/2014/main" id="{460FF6E3-11D7-48B2-AB15-505C0B520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020272" cy="857250"/>
          </a:xfrm>
        </p:spPr>
        <p:txBody>
          <a:bodyPr/>
          <a:lstStyle/>
          <a:p>
            <a:r>
              <a:rPr lang="en-US" altLang="zh-CN" dirty="0"/>
              <a:t>Speech codecs</a:t>
            </a:r>
            <a:endParaRPr lang="zh-CN" altLang="en-US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B07412C-07EF-4ACB-9F8C-2D49C3077D00}"/>
              </a:ext>
            </a:extLst>
          </p:cNvPr>
          <p:cNvSpPr txBox="1"/>
          <p:nvPr/>
        </p:nvSpPr>
        <p:spPr>
          <a:xfrm>
            <a:off x="150132" y="1225917"/>
            <a:ext cx="874939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dirty="0">
                <a:solidFill>
                  <a:srgbClr val="0070C0"/>
                </a:solidFill>
              </a:rPr>
              <a:t>LTE Speech codecs</a:t>
            </a:r>
          </a:p>
          <a:p>
            <a:endParaRPr lang="en-US" altLang="zh-CN" sz="1400" b="0" dirty="0">
              <a:solidFill>
                <a:srgbClr val="000000"/>
              </a:solidFill>
            </a:endParaRPr>
          </a:p>
          <a:p>
            <a:r>
              <a:rPr lang="zh-CN" altLang="en-US" sz="1400" b="0" dirty="0"/>
              <a:t>在</a:t>
            </a:r>
            <a:r>
              <a:rPr lang="en-US" altLang="zh-CN" sz="1400" b="0" dirty="0"/>
              <a:t>WB</a:t>
            </a:r>
            <a:r>
              <a:rPr lang="zh-CN" altLang="en-US" sz="1400" b="0" dirty="0"/>
              <a:t>宽带通信之后还有</a:t>
            </a:r>
            <a:r>
              <a:rPr lang="en-US" altLang="zh-CN" sz="1400" b="0" dirty="0"/>
              <a:t>SWB</a:t>
            </a:r>
            <a:r>
              <a:rPr lang="zh-CN" altLang="en-US" sz="1400" b="0" dirty="0"/>
              <a:t>（超宽带）和</a:t>
            </a:r>
            <a:r>
              <a:rPr lang="en-US" altLang="zh-CN" sz="1400" b="0" dirty="0"/>
              <a:t>FWB</a:t>
            </a:r>
            <a:r>
              <a:rPr lang="zh-CN" altLang="en-US" sz="1400" b="0" dirty="0"/>
              <a:t>（全宽带通信），这种对语音编码技术进行进一步演进的语音编码技术我们叫</a:t>
            </a:r>
            <a:r>
              <a:rPr lang="en-US" altLang="zh-CN" sz="1400" b="0" dirty="0"/>
              <a:t>EVS</a:t>
            </a:r>
            <a:r>
              <a:rPr lang="zh-CN" altLang="en-US" sz="1400" b="0" dirty="0"/>
              <a:t>。</a:t>
            </a:r>
            <a:r>
              <a:rPr lang="en-US" altLang="zh-CN" sz="1400" b="0" dirty="0"/>
              <a:t>EVS</a:t>
            </a:r>
            <a:r>
              <a:rPr lang="zh-CN" altLang="en-US" sz="1400" b="0" dirty="0"/>
              <a:t>增强语音语服务是继</a:t>
            </a:r>
            <a:r>
              <a:rPr lang="en-US" altLang="zh-CN" sz="1400" b="0" dirty="0"/>
              <a:t>AMR-WB</a:t>
            </a:r>
            <a:r>
              <a:rPr lang="zh-CN" altLang="en-US" sz="1400" b="0" dirty="0"/>
              <a:t>高清语音编码技术后对通话编码技术又一次改进，提高了编码的灵活性和效率。由</a:t>
            </a:r>
            <a:r>
              <a:rPr lang="en-US" altLang="zh-CN" sz="1400" b="0" dirty="0"/>
              <a:t>3GPPR12</a:t>
            </a:r>
            <a:r>
              <a:rPr lang="zh-CN" altLang="en-US" sz="1400" b="0" dirty="0"/>
              <a:t>版本定义，主要应用于</a:t>
            </a:r>
            <a:r>
              <a:rPr lang="en-US" altLang="zh-CN" sz="1400" b="0" dirty="0"/>
              <a:t>LTE</a:t>
            </a:r>
            <a:r>
              <a:rPr lang="zh-CN" altLang="en-US" sz="1400" b="0" dirty="0"/>
              <a:t>以及下一代通信系统中。</a:t>
            </a:r>
            <a:endParaRPr lang="en-US" altLang="zh-CN" sz="1400" b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587CA1-C831-4F5A-A2B8-E54D9BC81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6B778C"/>
                </a:solidFill>
                <a:effectLst/>
                <a:latin typeface="Arial" panose="020B0604020202020204" pitchFamily="34" charset="0"/>
                <a:ea typeface="inherit"/>
                <a:hlinkClick r:id="rId2"/>
              </a:rPr>
              <a:t>S-31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rgbClr val="6B778C"/>
              </a:solidFill>
              <a:effectLst/>
              <a:latin typeface="Arial" panose="020B0604020202020204" pitchFamily="34" charset="0"/>
              <a:ea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8D8C3E3-B68F-4129-978F-24E70733A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627" y="2462791"/>
            <a:ext cx="3726309" cy="4016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8B2B108-F49D-4D39-8431-21AA5A6CCD69}"/>
              </a:ext>
            </a:extLst>
          </p:cNvPr>
          <p:cNvSpPr txBox="1"/>
          <p:nvPr/>
        </p:nvSpPr>
        <p:spPr>
          <a:xfrm>
            <a:off x="4211960" y="5301208"/>
            <a:ext cx="4687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dirty="0">
                <a:solidFill>
                  <a:srgbClr val="FF0000"/>
                </a:solidFill>
              </a:rPr>
              <a:t>展锐目前只支持</a:t>
            </a:r>
            <a:r>
              <a:rPr lang="en-US" altLang="zh-CN" b="0" dirty="0">
                <a:solidFill>
                  <a:srgbClr val="FF0000"/>
                </a:solidFill>
              </a:rPr>
              <a:t>VoLTE</a:t>
            </a:r>
            <a:r>
              <a:rPr lang="zh-CN" altLang="en-US" b="0" dirty="0">
                <a:solidFill>
                  <a:srgbClr val="FF0000"/>
                </a:solidFill>
              </a:rPr>
              <a:t>下开启</a:t>
            </a:r>
            <a:r>
              <a:rPr lang="en-US" altLang="zh-CN" b="0" dirty="0">
                <a:solidFill>
                  <a:srgbClr val="FF0000"/>
                </a:solidFill>
              </a:rPr>
              <a:t>EVS</a:t>
            </a:r>
            <a:r>
              <a:rPr lang="zh-CN" altLang="en-US" b="0" dirty="0">
                <a:solidFill>
                  <a:srgbClr val="FF0000"/>
                </a:solidFill>
              </a:rPr>
              <a:t>，在</a:t>
            </a:r>
            <a:r>
              <a:rPr lang="en-US" altLang="zh-CN" b="0" dirty="0" err="1">
                <a:solidFill>
                  <a:srgbClr val="FF0000"/>
                </a:solidFill>
              </a:rPr>
              <a:t>Vowifi</a:t>
            </a:r>
            <a:r>
              <a:rPr lang="zh-CN" altLang="en-US" b="0" dirty="0">
                <a:solidFill>
                  <a:srgbClr val="FF0000"/>
                </a:solidFill>
              </a:rPr>
              <a:t>下不支持</a:t>
            </a:r>
            <a:r>
              <a:rPr lang="en-US" altLang="zh-CN" b="0" dirty="0" err="1">
                <a:solidFill>
                  <a:srgbClr val="FF0000"/>
                </a:solidFill>
              </a:rPr>
              <a:t>Vowifi</a:t>
            </a:r>
            <a:r>
              <a:rPr lang="zh-CN" altLang="en-US" b="0" dirty="0">
                <a:solidFill>
                  <a:srgbClr val="FF0000"/>
                </a:solidFill>
              </a:rPr>
              <a:t>下</a:t>
            </a:r>
          </a:p>
        </p:txBody>
      </p:sp>
    </p:spTree>
    <p:extLst>
      <p:ext uri="{BB962C8B-B14F-4D97-AF65-F5344CB8AC3E}">
        <p14:creationId xmlns:p14="http://schemas.microsoft.com/office/powerpoint/2010/main" val="1136017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>
            <a:extLst>
              <a:ext uri="{FF2B5EF4-FFF2-40B4-BE49-F238E27FC236}">
                <a16:creationId xmlns:a16="http://schemas.microsoft.com/office/drawing/2014/main" id="{9269FFA3-D714-40B7-B6E2-EFB501906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8195" name="标题 1">
            <a:extLst>
              <a:ext uri="{FF2B5EF4-FFF2-40B4-BE49-F238E27FC236}">
                <a16:creationId xmlns:a16="http://schemas.microsoft.com/office/drawing/2014/main" id="{20320BBE-37F5-4C31-A7FF-55EC6D92D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357813" cy="857250"/>
          </a:xfrm>
        </p:spPr>
        <p:txBody>
          <a:bodyPr/>
          <a:lstStyle/>
          <a:p>
            <a:r>
              <a:rPr lang="en-US" altLang="zh-CN" dirty="0"/>
              <a:t>Supplementary service</a:t>
            </a:r>
            <a:endParaRPr lang="zh-CN" alt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53B14F4-E968-4167-83B5-B5B6320851EA}"/>
              </a:ext>
            </a:extLst>
          </p:cNvPr>
          <p:cNvSpPr txBox="1">
            <a:spLocks/>
          </p:cNvSpPr>
          <p:nvPr/>
        </p:nvSpPr>
        <p:spPr bwMode="auto">
          <a:xfrm>
            <a:off x="534988" y="874816"/>
            <a:ext cx="8059738" cy="65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9pPr>
          </a:lstStyle>
          <a:p>
            <a:pPr>
              <a:defRPr/>
            </a:pPr>
            <a:r>
              <a:rPr lang="en-US" altLang="zh-CN" sz="2000" b="0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Supplementary service(SS)</a:t>
            </a:r>
            <a:endParaRPr lang="zh-CN" altLang="en-US" sz="2000" b="0" dirty="0">
              <a:solidFill>
                <a:srgbClr val="0070C0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030498F-31C3-46FF-916A-15CA5159F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1" y="1412776"/>
            <a:ext cx="8054975" cy="5156403"/>
          </a:xfrm>
        </p:spPr>
        <p:txBody>
          <a:bodyPr/>
          <a:lstStyle/>
          <a:p>
            <a:pPr eaLnBrk="1" hangingPunct="1"/>
            <a:r>
              <a:rPr lang="en-US" altLang="zh-CN" sz="1800" dirty="0"/>
              <a:t>A supplementary service </a:t>
            </a:r>
            <a:r>
              <a:rPr lang="en-US" altLang="zh-CN" sz="1800" dirty="0">
                <a:solidFill>
                  <a:srgbClr val="FF0000"/>
                </a:solidFill>
              </a:rPr>
              <a:t>modifies or supplements a basic Telecommunication service</a:t>
            </a:r>
            <a:r>
              <a:rPr lang="en-US" altLang="zh-CN" sz="1800" dirty="0"/>
              <a:t>.</a:t>
            </a:r>
          </a:p>
          <a:p>
            <a:pPr eaLnBrk="1" hangingPunct="1"/>
            <a:r>
              <a:rPr lang="en-US" altLang="zh-CN" sz="1800" dirty="0"/>
              <a:t>Supplementary services are operated by network, such as call forward</a:t>
            </a:r>
            <a:r>
              <a:rPr lang="zh-CN" altLang="en-US" sz="1800" dirty="0"/>
              <a:t>、</a:t>
            </a:r>
            <a:r>
              <a:rPr lang="en-US" altLang="zh-CN" sz="1800" dirty="0"/>
              <a:t>call barring</a:t>
            </a:r>
            <a:r>
              <a:rPr lang="zh-CN" altLang="en-US" sz="1800" dirty="0"/>
              <a:t>、</a:t>
            </a:r>
            <a:r>
              <a:rPr lang="en-US" altLang="zh-CN" sz="1800" dirty="0"/>
              <a:t>call waiting</a:t>
            </a:r>
            <a:r>
              <a:rPr lang="zh-CN" altLang="en-US" sz="1800" dirty="0"/>
              <a:t>、</a:t>
            </a:r>
            <a:r>
              <a:rPr lang="en-US" altLang="zh-CN" sz="1800" dirty="0"/>
              <a:t>caller ID</a:t>
            </a:r>
            <a:r>
              <a:rPr lang="zh-CN" altLang="en-US" sz="1800" dirty="0"/>
              <a:t>、</a:t>
            </a:r>
            <a:r>
              <a:rPr lang="en-US" altLang="zh-CN" sz="1800" dirty="0">
                <a:solidFill>
                  <a:srgbClr val="FF0000"/>
                </a:solidFill>
              </a:rPr>
              <a:t>USSD</a:t>
            </a:r>
          </a:p>
          <a:p>
            <a:pPr lvl="1" eaLnBrk="1" hangingPunct="1"/>
            <a:r>
              <a:rPr lang="en-US" altLang="zh-CN" sz="1800" dirty="0"/>
              <a:t>MS should provide the </a:t>
            </a:r>
            <a:r>
              <a:rPr lang="en-US" altLang="zh-CN" sz="1800" dirty="0">
                <a:solidFill>
                  <a:srgbClr val="FF0000"/>
                </a:solidFill>
              </a:rPr>
              <a:t>entry point of setting </a:t>
            </a:r>
            <a:r>
              <a:rPr lang="en-US" altLang="zh-CN" sz="1800" dirty="0"/>
              <a:t>Supplementary service. There are </a:t>
            </a:r>
            <a:r>
              <a:rPr lang="en-US" altLang="zh-CN" sz="1800" dirty="0">
                <a:solidFill>
                  <a:srgbClr val="7030A0"/>
                </a:solidFill>
              </a:rPr>
              <a:t>two ways</a:t>
            </a:r>
            <a:r>
              <a:rPr lang="zh-CN" altLang="en-US" sz="1800" dirty="0"/>
              <a:t>，</a:t>
            </a:r>
            <a:r>
              <a:rPr lang="en-US" altLang="zh-CN" sz="1800" dirty="0"/>
              <a:t>one is through </a:t>
            </a:r>
            <a:r>
              <a:rPr lang="en-US" altLang="zh-CN" sz="1800" dirty="0">
                <a:solidFill>
                  <a:srgbClr val="7030A0"/>
                </a:solidFill>
              </a:rPr>
              <a:t>menu</a:t>
            </a:r>
            <a:r>
              <a:rPr lang="en-US" altLang="zh-CN" sz="1800" dirty="0">
                <a:solidFill>
                  <a:srgbClr val="FF0000"/>
                </a:solidFill>
              </a:rPr>
              <a:t> </a:t>
            </a:r>
            <a:r>
              <a:rPr lang="en-US" altLang="zh-CN" sz="1800" dirty="0"/>
              <a:t>and the other one is by </a:t>
            </a:r>
            <a:r>
              <a:rPr lang="en-US" altLang="zh-CN" sz="1800" dirty="0">
                <a:solidFill>
                  <a:srgbClr val="7030A0"/>
                </a:solidFill>
              </a:rPr>
              <a:t>entering MMI strings </a:t>
            </a:r>
            <a:r>
              <a:rPr lang="en-US" altLang="zh-CN" sz="1800" dirty="0"/>
              <a:t>which will be treated as USSD string. (You can find menu </a:t>
            </a:r>
            <a:r>
              <a:rPr lang="en-US" altLang="zh-CN" sz="1800" dirty="0" err="1">
                <a:solidFill>
                  <a:srgbClr val="7030A0"/>
                </a:solidFill>
              </a:rPr>
              <a:t>Dialer</a:t>
            </a:r>
            <a:r>
              <a:rPr lang="en-US" altLang="zh-CN" sz="1800" dirty="0" err="1">
                <a:solidFill>
                  <a:srgbClr val="7030A0"/>
                </a:solidFill>
                <a:sym typeface="Wingdings" panose="05000000000000000000" pitchFamily="2" charset="2"/>
              </a:rPr>
              <a:t>SettingsCall</a:t>
            </a:r>
            <a:r>
              <a:rPr lang="en-US" altLang="zh-CN" sz="1800" dirty="0">
                <a:solidFill>
                  <a:srgbClr val="7030A0"/>
                </a:solidFill>
                <a:sym typeface="Wingdings" panose="05000000000000000000" pitchFamily="2" charset="2"/>
              </a:rPr>
              <a:t> accounts</a:t>
            </a:r>
            <a:r>
              <a:rPr lang="en-US" altLang="zh-CN" sz="1800" dirty="0">
                <a:solidFill>
                  <a:srgbClr val="000000"/>
                </a:solidFill>
                <a:sym typeface="Wingdings" panose="05000000000000000000" pitchFamily="2" charset="2"/>
              </a:rPr>
              <a:t>, USSD can be used to </a:t>
            </a:r>
            <a:r>
              <a:rPr lang="en-US" altLang="zh-CN" sz="1800" dirty="0">
                <a:solidFill>
                  <a:srgbClr val="7030A0"/>
                </a:solidFill>
                <a:sym typeface="Wingdings" panose="05000000000000000000" pitchFamily="2" charset="2"/>
              </a:rPr>
              <a:t>query call charges</a:t>
            </a:r>
            <a:r>
              <a:rPr lang="en-US" altLang="zh-CN" sz="1800" dirty="0">
                <a:solidFill>
                  <a:srgbClr val="000000"/>
                </a:solidFill>
                <a:sym typeface="Wingdings" panose="05000000000000000000" pitchFamily="2" charset="2"/>
              </a:rPr>
              <a:t>…..</a:t>
            </a:r>
            <a:r>
              <a:rPr lang="en-US" altLang="zh-CN" sz="1800" dirty="0"/>
              <a:t>)</a:t>
            </a:r>
          </a:p>
          <a:p>
            <a:pPr lvl="1" eaLnBrk="1" hangingPunct="1"/>
            <a:r>
              <a:rPr lang="en-US" altLang="zh-CN" sz="1800" dirty="0"/>
              <a:t>Moreover, MS should </a:t>
            </a:r>
            <a:r>
              <a:rPr lang="en-US" altLang="zh-CN" sz="1800" dirty="0">
                <a:solidFill>
                  <a:srgbClr val="FF0000"/>
                </a:solidFill>
              </a:rPr>
              <a:t>show the result </a:t>
            </a:r>
            <a:r>
              <a:rPr lang="en-US" altLang="zh-CN" sz="1800" dirty="0"/>
              <a:t>to user after the network give a response for setting Supplementary Service.</a:t>
            </a:r>
          </a:p>
          <a:p>
            <a:pPr eaLnBrk="1" hangingPunct="1"/>
            <a:r>
              <a:rPr lang="en-US" altLang="zh-CN" sz="1800" dirty="0"/>
              <a:t>Please refer to </a:t>
            </a:r>
            <a:r>
              <a:rPr lang="en-US" altLang="zh-CN" sz="1800" dirty="0">
                <a:solidFill>
                  <a:srgbClr val="FF0000"/>
                </a:solidFill>
              </a:rPr>
              <a:t>GSM 02.04; GSM 02.30</a:t>
            </a:r>
            <a:r>
              <a:rPr lang="en-US" altLang="zh-CN" sz="1800" dirty="0"/>
              <a:t> for the more details about Supplementary service.</a:t>
            </a:r>
          </a:p>
          <a:p>
            <a:pPr marL="0" indent="0" eaLnBrk="1" hangingPunct="1">
              <a:buNone/>
            </a:pPr>
            <a:endParaRPr lang="zh-CN" altLang="en-US" sz="1800" dirty="0"/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en-US" altLang="zh-CN" sz="2000" b="0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SS over XCAP/Ut(IMS/PS) or CS Domain</a:t>
            </a:r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zh-CN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在</a:t>
            </a:r>
            <a:r>
              <a:rPr lang="en-US" altLang="zh-CN" sz="1600" b="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4G</a:t>
            </a:r>
            <a:r>
              <a:rPr lang="zh-CN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网络注册上</a:t>
            </a:r>
            <a:r>
              <a:rPr lang="en-US" altLang="zh-CN" sz="1600" b="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IMS</a:t>
            </a:r>
            <a:r>
              <a:rPr lang="zh-CN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时，部分运营商支持</a:t>
            </a:r>
            <a:r>
              <a:rPr lang="en-US" altLang="zh-CN" sz="1600" b="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SS over IMS</a:t>
            </a:r>
            <a:r>
              <a:rPr lang="zh-CN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，如不支持网络会回落到</a:t>
            </a:r>
            <a:r>
              <a:rPr lang="en-US" altLang="zh-CN" sz="1600" b="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3G/2G</a:t>
            </a:r>
            <a:r>
              <a:rPr lang="zh-CN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，这个</a:t>
            </a:r>
            <a:r>
              <a:rPr lang="en-US" altLang="zh-CN" sz="1600" b="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IMS</a:t>
            </a:r>
            <a:r>
              <a:rPr lang="zh-CN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章节再做介绍</a:t>
            </a:r>
            <a:endParaRPr lang="en-US" altLang="zh-CN" sz="1600" b="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4414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>
            <a:extLst>
              <a:ext uri="{FF2B5EF4-FFF2-40B4-BE49-F238E27FC236}">
                <a16:creationId xmlns:a16="http://schemas.microsoft.com/office/drawing/2014/main" id="{9269FFA3-D714-40B7-B6E2-EFB501906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8195" name="标题 1">
            <a:extLst>
              <a:ext uri="{FF2B5EF4-FFF2-40B4-BE49-F238E27FC236}">
                <a16:creationId xmlns:a16="http://schemas.microsoft.com/office/drawing/2014/main" id="{20320BBE-37F5-4C31-A7FF-55EC6D92D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357813" cy="857250"/>
          </a:xfrm>
        </p:spPr>
        <p:txBody>
          <a:bodyPr/>
          <a:lstStyle/>
          <a:p>
            <a:r>
              <a:rPr lang="en-US" altLang="zh-CN" dirty="0" err="1"/>
              <a:t>VoiceMail</a:t>
            </a:r>
            <a:endParaRPr lang="zh-CN" alt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53B14F4-E968-4167-83B5-B5B6320851EA}"/>
              </a:ext>
            </a:extLst>
          </p:cNvPr>
          <p:cNvSpPr txBox="1">
            <a:spLocks/>
          </p:cNvSpPr>
          <p:nvPr/>
        </p:nvSpPr>
        <p:spPr bwMode="auto">
          <a:xfrm>
            <a:off x="534988" y="874816"/>
            <a:ext cx="8059738" cy="65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9pPr>
          </a:lstStyle>
          <a:p>
            <a:pPr eaLnBrk="1" hangingPunct="1">
              <a:defRPr/>
            </a:pPr>
            <a:r>
              <a:rPr lang="en-US" altLang="zh-CN" dirty="0" err="1">
                <a:solidFill>
                  <a:schemeClr val="tx1"/>
                </a:solidFill>
              </a:rPr>
              <a:t>VoiceMail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030498F-31C3-46FF-916A-15CA5159F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1" y="1551195"/>
            <a:ext cx="8054975" cy="4910753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sz="2000" b="0" i="0" dirty="0">
                <a:solidFill>
                  <a:srgbClr val="0070C0"/>
                </a:solidFill>
                <a:effectLst/>
                <a:latin typeface="RionaSans"/>
              </a:rPr>
              <a:t>什么是语音信箱，如何使用？</a:t>
            </a:r>
          </a:p>
          <a:p>
            <a:pPr marL="0" indent="0" algn="l">
              <a:buNone/>
            </a:pPr>
            <a:br>
              <a:rPr lang="zh-CN" altLang="en-US" sz="2000" b="0" i="0" dirty="0">
                <a:solidFill>
                  <a:srgbClr val="353630"/>
                </a:solidFill>
                <a:effectLst/>
                <a:latin typeface="RionaSans"/>
              </a:rPr>
            </a:br>
            <a:r>
              <a:rPr lang="en-US" altLang="zh-CN" sz="2000" b="0" i="0" dirty="0">
                <a:solidFill>
                  <a:srgbClr val="353630"/>
                </a:solidFill>
                <a:effectLst/>
                <a:latin typeface="RionaSans"/>
              </a:rPr>
              <a:t>a.</a:t>
            </a:r>
            <a:r>
              <a:rPr lang="zh-CN" altLang="en-US" sz="2000" b="0" i="0" dirty="0">
                <a:solidFill>
                  <a:srgbClr val="353630"/>
                </a:solidFill>
                <a:effectLst/>
                <a:latin typeface="RionaSans"/>
              </a:rPr>
              <a:t>首先要向运营商申请语音信箱的功能，申请成功之后会给你一个号码，当然这个号码和你所使用</a:t>
            </a:r>
            <a:r>
              <a:rPr lang="en-US" altLang="zh-CN" sz="2000" b="0" i="0" dirty="0">
                <a:solidFill>
                  <a:srgbClr val="353630"/>
                </a:solidFill>
                <a:effectLst/>
                <a:latin typeface="RionaSans"/>
              </a:rPr>
              <a:t>sim</a:t>
            </a:r>
            <a:r>
              <a:rPr lang="zh-CN" altLang="en-US" sz="2000" b="0" i="0" dirty="0">
                <a:solidFill>
                  <a:srgbClr val="353630"/>
                </a:solidFill>
                <a:effectLst/>
                <a:latin typeface="RionaSans"/>
              </a:rPr>
              <a:t>卡是关联的。</a:t>
            </a:r>
            <a:br>
              <a:rPr lang="zh-CN" altLang="en-US" sz="2000" b="0" i="0" dirty="0">
                <a:solidFill>
                  <a:srgbClr val="353630"/>
                </a:solidFill>
                <a:effectLst/>
                <a:latin typeface="RionaSans"/>
              </a:rPr>
            </a:br>
            <a:r>
              <a:rPr lang="en-US" altLang="zh-CN" sz="2000" b="0" i="0" dirty="0">
                <a:solidFill>
                  <a:srgbClr val="353630"/>
                </a:solidFill>
                <a:effectLst/>
                <a:latin typeface="RionaSans"/>
              </a:rPr>
              <a:t>b.</a:t>
            </a:r>
            <a:r>
              <a:rPr lang="zh-CN" altLang="en-US" sz="2000" b="0" i="0" dirty="0">
                <a:solidFill>
                  <a:srgbClr val="353630"/>
                </a:solidFill>
                <a:effectLst/>
                <a:latin typeface="RionaSans"/>
              </a:rPr>
              <a:t>假设这张</a:t>
            </a:r>
            <a:r>
              <a:rPr lang="en-US" altLang="zh-CN" sz="2000" b="0" i="0" dirty="0">
                <a:solidFill>
                  <a:srgbClr val="353630"/>
                </a:solidFill>
                <a:effectLst/>
                <a:latin typeface="RionaSans"/>
              </a:rPr>
              <a:t>sim</a:t>
            </a:r>
            <a:r>
              <a:rPr lang="zh-CN" altLang="en-US" sz="2000" b="0" i="0" dirty="0">
                <a:solidFill>
                  <a:srgbClr val="353630"/>
                </a:solidFill>
                <a:effectLst/>
                <a:latin typeface="RionaSans"/>
              </a:rPr>
              <a:t>卡插在测试机中，配合机给测试机打电话，这个时候测试机不接听，配合机可以选择使用语音信箱通知对方。</a:t>
            </a:r>
            <a:br>
              <a:rPr lang="zh-CN" altLang="en-US" sz="2000" b="0" i="0" dirty="0">
                <a:solidFill>
                  <a:srgbClr val="353630"/>
                </a:solidFill>
                <a:effectLst/>
                <a:latin typeface="RionaSans"/>
              </a:rPr>
            </a:br>
            <a:r>
              <a:rPr lang="en-US" altLang="zh-CN" sz="2000" b="0" i="0" dirty="0">
                <a:solidFill>
                  <a:srgbClr val="353630"/>
                </a:solidFill>
                <a:effectLst/>
                <a:latin typeface="RionaSans"/>
              </a:rPr>
              <a:t>c.</a:t>
            </a:r>
            <a:r>
              <a:rPr lang="zh-CN" altLang="en-US" sz="2000" b="0" i="0" dirty="0">
                <a:solidFill>
                  <a:srgbClr val="353630"/>
                </a:solidFill>
                <a:effectLst/>
                <a:latin typeface="RionaSans"/>
              </a:rPr>
              <a:t>运营商的服务器会发送语音信箱的信息给测试机，实际上是一条 </a:t>
            </a:r>
            <a:r>
              <a:rPr lang="en-US" altLang="zh-CN" sz="2000" b="0" i="0" dirty="0">
                <a:solidFill>
                  <a:srgbClr val="353630"/>
                </a:solidFill>
                <a:effectLst/>
                <a:latin typeface="RionaSans"/>
              </a:rPr>
              <a:t>voice mail set message</a:t>
            </a:r>
            <a:r>
              <a:rPr lang="zh-CN" altLang="en-US" sz="2000" b="0" i="0" dirty="0">
                <a:solidFill>
                  <a:srgbClr val="353630"/>
                </a:solidFill>
                <a:effectLst/>
                <a:latin typeface="RionaSans"/>
              </a:rPr>
              <a:t>，</a:t>
            </a:r>
            <a:br>
              <a:rPr lang="zh-CN" altLang="en-US" sz="2000" b="0" i="0" dirty="0">
                <a:solidFill>
                  <a:srgbClr val="353630"/>
                </a:solidFill>
                <a:effectLst/>
                <a:latin typeface="RionaSans"/>
              </a:rPr>
            </a:br>
            <a:r>
              <a:rPr lang="zh-CN" altLang="en-US" sz="2000" b="0" i="0" dirty="0">
                <a:solidFill>
                  <a:srgbClr val="353630"/>
                </a:solidFill>
                <a:effectLst/>
                <a:latin typeface="RionaSans"/>
              </a:rPr>
              <a:t>这时在测试机的界面上会弹出语音信箱的提醒，然后</a:t>
            </a:r>
            <a:r>
              <a:rPr lang="en-US" altLang="zh-CN" sz="2000" b="0" i="0" dirty="0">
                <a:solidFill>
                  <a:srgbClr val="353630"/>
                </a:solidFill>
                <a:effectLst/>
                <a:latin typeface="RionaSans"/>
              </a:rPr>
              <a:t>Mms</a:t>
            </a:r>
            <a:r>
              <a:rPr lang="zh-CN" altLang="en-US" sz="2000" b="0" i="0" dirty="0">
                <a:solidFill>
                  <a:srgbClr val="353630"/>
                </a:solidFill>
                <a:effectLst/>
                <a:latin typeface="RionaSans"/>
              </a:rPr>
              <a:t>会存储放到数据库当中。</a:t>
            </a:r>
            <a:br>
              <a:rPr lang="zh-CN" altLang="en-US" sz="2000" b="0" i="0" dirty="0">
                <a:solidFill>
                  <a:srgbClr val="353630"/>
                </a:solidFill>
                <a:effectLst/>
                <a:latin typeface="RionaSans"/>
              </a:rPr>
            </a:br>
            <a:r>
              <a:rPr lang="en-US" altLang="zh-CN" sz="2000" b="0" i="0" dirty="0">
                <a:solidFill>
                  <a:srgbClr val="353630"/>
                </a:solidFill>
                <a:effectLst/>
                <a:latin typeface="RionaSans"/>
              </a:rPr>
              <a:t>d.</a:t>
            </a:r>
            <a:r>
              <a:rPr lang="zh-CN" altLang="en-US" sz="2000" b="0" i="0" dirty="0">
                <a:solidFill>
                  <a:srgbClr val="353630"/>
                </a:solidFill>
                <a:effectLst/>
                <a:latin typeface="RionaSans"/>
              </a:rPr>
              <a:t>使用测试机拨打语音信箱号码，可以去听语音留言，等所有语音听完之后，这个时候服务器会向测试机发送 </a:t>
            </a:r>
            <a:r>
              <a:rPr lang="en-US" altLang="zh-CN" sz="2000" b="0" i="0" dirty="0">
                <a:solidFill>
                  <a:srgbClr val="353630"/>
                </a:solidFill>
                <a:effectLst/>
                <a:latin typeface="RionaSans"/>
              </a:rPr>
              <a:t>voice mail clear message</a:t>
            </a:r>
          </a:p>
          <a:p>
            <a:pPr marL="0" indent="0" algn="l">
              <a:buNone/>
            </a:pPr>
            <a:endParaRPr lang="en-US" altLang="zh-CN" sz="1600" b="0" dirty="0">
              <a:solidFill>
                <a:srgbClr val="353630"/>
              </a:solidFill>
              <a:latin typeface="RionaSans"/>
            </a:endParaRPr>
          </a:p>
          <a:p>
            <a:pPr marL="0" indent="0" algn="l">
              <a:buNone/>
            </a:pPr>
            <a:r>
              <a:rPr lang="zh-CN" altLang="en-US" sz="1600" b="0" i="0" dirty="0">
                <a:solidFill>
                  <a:srgbClr val="0070C0"/>
                </a:solidFill>
                <a:effectLst/>
                <a:latin typeface="RionaSans"/>
              </a:rPr>
              <a:t>常见需求：</a:t>
            </a:r>
            <a:endParaRPr lang="en-US" altLang="zh-CN" sz="1600" b="0" i="0" dirty="0">
              <a:solidFill>
                <a:srgbClr val="0070C0"/>
              </a:solidFill>
              <a:effectLst/>
              <a:latin typeface="RionaSans"/>
            </a:endParaRPr>
          </a:p>
          <a:p>
            <a:pPr algn="l">
              <a:buAutoNum type="arabicPeriod"/>
            </a:pPr>
            <a:r>
              <a:rPr lang="zh-CN" altLang="en-US" sz="1600" b="0" dirty="0">
                <a:solidFill>
                  <a:srgbClr val="FF0000"/>
                </a:solidFill>
                <a:latin typeface="RionaSans"/>
              </a:rPr>
              <a:t>为对应运营商预知</a:t>
            </a:r>
            <a:r>
              <a:rPr lang="en-US" altLang="zh-CN" sz="1600" b="0" dirty="0" err="1">
                <a:solidFill>
                  <a:srgbClr val="FF0000"/>
                </a:solidFill>
                <a:latin typeface="RionaSans"/>
              </a:rPr>
              <a:t>VoiceMail</a:t>
            </a:r>
            <a:r>
              <a:rPr lang="en-US" altLang="zh-CN" sz="1600" b="0" dirty="0">
                <a:solidFill>
                  <a:srgbClr val="FF0000"/>
                </a:solidFill>
                <a:latin typeface="RionaSans"/>
              </a:rPr>
              <a:t> Number </a:t>
            </a:r>
          </a:p>
          <a:p>
            <a:pPr algn="l">
              <a:buAutoNum type="arabicPeriod"/>
            </a:pPr>
            <a:r>
              <a:rPr lang="zh-CN" altLang="en-US" sz="1600" b="0" i="0" dirty="0">
                <a:solidFill>
                  <a:srgbClr val="FF0000"/>
                </a:solidFill>
                <a:effectLst/>
                <a:latin typeface="RionaSans"/>
              </a:rPr>
              <a:t>需要支持从</a:t>
            </a:r>
            <a:r>
              <a:rPr lang="en-US" altLang="zh-CN" sz="1600" b="0" i="0" dirty="0">
                <a:solidFill>
                  <a:srgbClr val="FF0000"/>
                </a:solidFill>
                <a:effectLst/>
                <a:latin typeface="RionaSans"/>
              </a:rPr>
              <a:t>SIM</a:t>
            </a:r>
            <a:r>
              <a:rPr lang="zh-CN" altLang="en-US" sz="1600" b="0" i="0" dirty="0">
                <a:solidFill>
                  <a:srgbClr val="FF0000"/>
                </a:solidFill>
                <a:effectLst/>
                <a:latin typeface="RionaSans"/>
              </a:rPr>
              <a:t>卡读取</a:t>
            </a:r>
            <a:r>
              <a:rPr lang="en-US" altLang="zh-CN" sz="1600" b="0" i="0" dirty="0" err="1">
                <a:solidFill>
                  <a:srgbClr val="FF0000"/>
                </a:solidFill>
                <a:effectLst/>
                <a:latin typeface="RionaSans"/>
              </a:rPr>
              <a:t>VoiceMail</a:t>
            </a:r>
            <a:r>
              <a:rPr lang="en-US" altLang="zh-CN" sz="1600" b="0" i="0" dirty="0">
                <a:solidFill>
                  <a:srgbClr val="FF0000"/>
                </a:solidFill>
                <a:effectLst/>
                <a:latin typeface="RionaSans"/>
              </a:rPr>
              <a:t> Number</a:t>
            </a:r>
          </a:p>
          <a:p>
            <a:pPr marL="0" indent="0" eaLnBrk="1" hangingPunct="1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4535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>
            <a:extLst>
              <a:ext uri="{FF2B5EF4-FFF2-40B4-BE49-F238E27FC236}">
                <a16:creationId xmlns:a16="http://schemas.microsoft.com/office/drawing/2014/main" id="{9269FFA3-D714-40B7-B6E2-EFB501906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8195" name="标题 1">
            <a:extLst>
              <a:ext uri="{FF2B5EF4-FFF2-40B4-BE49-F238E27FC236}">
                <a16:creationId xmlns:a16="http://schemas.microsoft.com/office/drawing/2014/main" id="{20320BBE-37F5-4C31-A7FF-55EC6D92D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357813" cy="857250"/>
          </a:xfrm>
        </p:spPr>
        <p:txBody>
          <a:bodyPr/>
          <a:lstStyle/>
          <a:p>
            <a:r>
              <a:rPr lang="en-US" altLang="zh-CN" dirty="0" err="1"/>
              <a:t>VoiceMail</a:t>
            </a:r>
            <a:endParaRPr lang="zh-CN" alt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53B14F4-E968-4167-83B5-B5B6320851EA}"/>
              </a:ext>
            </a:extLst>
          </p:cNvPr>
          <p:cNvSpPr txBox="1">
            <a:spLocks/>
          </p:cNvSpPr>
          <p:nvPr/>
        </p:nvSpPr>
        <p:spPr bwMode="auto">
          <a:xfrm>
            <a:off x="534988" y="874816"/>
            <a:ext cx="8059738" cy="65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9pPr>
          </a:lstStyle>
          <a:p>
            <a:pPr eaLnBrk="1" hangingPunct="1">
              <a:defRPr/>
            </a:pPr>
            <a:r>
              <a:rPr lang="en-US" altLang="zh-CN" dirty="0">
                <a:solidFill>
                  <a:schemeClr val="tx1"/>
                </a:solidFill>
              </a:rPr>
              <a:t>Visual Voicemail(VVM)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1DF878B-6D4D-4AD9-A692-B00F1B3FA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2776"/>
            <a:ext cx="5976664" cy="511103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626F3AC-AF06-40C8-96D2-698660296017}"/>
              </a:ext>
            </a:extLst>
          </p:cNvPr>
          <p:cNvSpPr txBox="1"/>
          <p:nvPr/>
        </p:nvSpPr>
        <p:spPr>
          <a:xfrm>
            <a:off x="6156176" y="2041525"/>
            <a:ext cx="288032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dirty="0">
                <a:solidFill>
                  <a:srgbClr val="FF0000"/>
                </a:solidFill>
              </a:rPr>
              <a:t>北美运营商如</a:t>
            </a:r>
            <a:r>
              <a:rPr lang="en-US" altLang="zh-CN" b="0" dirty="0">
                <a:solidFill>
                  <a:srgbClr val="FF0000"/>
                </a:solidFill>
              </a:rPr>
              <a:t>TMO</a:t>
            </a:r>
            <a:r>
              <a:rPr lang="zh-CN" altLang="en-US" b="0" dirty="0">
                <a:solidFill>
                  <a:srgbClr val="FF0000"/>
                </a:solidFill>
              </a:rPr>
              <a:t>需要支持原生</a:t>
            </a:r>
            <a:r>
              <a:rPr lang="en-US" altLang="zh-CN" b="0" dirty="0">
                <a:solidFill>
                  <a:srgbClr val="FF0000"/>
                </a:solidFill>
              </a:rPr>
              <a:t>VVM Client</a:t>
            </a:r>
            <a:r>
              <a:rPr lang="zh-CN" altLang="en-US" b="0" dirty="0">
                <a:solidFill>
                  <a:srgbClr val="FF0000"/>
                </a:solidFill>
              </a:rPr>
              <a:t>和运营商自己</a:t>
            </a:r>
            <a:r>
              <a:rPr lang="en-US" altLang="zh-CN" b="0" dirty="0">
                <a:solidFill>
                  <a:srgbClr val="FF0000"/>
                </a:solidFill>
              </a:rPr>
              <a:t>VVM </a:t>
            </a:r>
            <a:r>
              <a:rPr lang="en-US" altLang="zh-CN" b="0" dirty="0" err="1">
                <a:solidFill>
                  <a:srgbClr val="FF0000"/>
                </a:solidFill>
              </a:rPr>
              <a:t>apk</a:t>
            </a:r>
            <a:r>
              <a:rPr lang="zh-CN" altLang="en-US" b="0" dirty="0">
                <a:solidFill>
                  <a:srgbClr val="FF0000"/>
                </a:solidFill>
              </a:rPr>
              <a:t>直接的自动切换。</a:t>
            </a:r>
            <a:endParaRPr lang="en-US" altLang="zh-CN" b="0" dirty="0">
              <a:solidFill>
                <a:srgbClr val="FF0000"/>
              </a:solidFill>
            </a:endParaRPr>
          </a:p>
          <a:p>
            <a:endParaRPr lang="en-US" altLang="zh-CN" b="0" dirty="0">
              <a:solidFill>
                <a:srgbClr val="FF0000"/>
              </a:solidFill>
            </a:endParaRPr>
          </a:p>
          <a:p>
            <a:endParaRPr lang="en-US" altLang="zh-CN" sz="1400" b="0" i="1" dirty="0">
              <a:solidFill>
                <a:srgbClr val="000000"/>
              </a:solidFill>
            </a:endParaRPr>
          </a:p>
          <a:p>
            <a:r>
              <a:rPr lang="en-US" altLang="zh-CN" sz="1400" b="0" i="1" dirty="0">
                <a:solidFill>
                  <a:srgbClr val="000000"/>
                </a:solidFill>
              </a:rPr>
              <a:t>COS-28 [MASP]Remove VVM configuration from all products for EE UK</a:t>
            </a:r>
            <a:endParaRPr lang="zh-CN" altLang="en-US" sz="1400" b="0" i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923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>
            <a:extLst>
              <a:ext uri="{FF2B5EF4-FFF2-40B4-BE49-F238E27FC236}">
                <a16:creationId xmlns:a16="http://schemas.microsoft.com/office/drawing/2014/main" id="{9269FFA3-D714-40B7-B6E2-EFB501906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8195" name="标题 1">
            <a:extLst>
              <a:ext uri="{FF2B5EF4-FFF2-40B4-BE49-F238E27FC236}">
                <a16:creationId xmlns:a16="http://schemas.microsoft.com/office/drawing/2014/main" id="{20320BBE-37F5-4C31-A7FF-55EC6D92D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357813" cy="857250"/>
          </a:xfrm>
        </p:spPr>
        <p:txBody>
          <a:bodyPr/>
          <a:lstStyle/>
          <a:p>
            <a:r>
              <a:rPr lang="en-US" altLang="zh-CN" dirty="0"/>
              <a:t>FDN</a:t>
            </a:r>
            <a:r>
              <a:rPr lang="zh-CN" altLang="en-US" dirty="0"/>
              <a:t>，</a:t>
            </a:r>
            <a:r>
              <a:rPr lang="en-US" altLang="zh-CN" dirty="0"/>
              <a:t>SDN</a:t>
            </a:r>
            <a:r>
              <a:rPr lang="zh-CN" altLang="en-US" dirty="0"/>
              <a:t>，</a:t>
            </a:r>
            <a:r>
              <a:rPr lang="en-US" altLang="zh-CN" dirty="0"/>
              <a:t>ADN</a:t>
            </a:r>
            <a:endParaRPr lang="zh-CN" alt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7D27CC3-A4F4-4BE6-A25B-6EDFF4684E0F}"/>
              </a:ext>
            </a:extLst>
          </p:cNvPr>
          <p:cNvSpPr txBox="1">
            <a:spLocks/>
          </p:cNvSpPr>
          <p:nvPr/>
        </p:nvSpPr>
        <p:spPr bwMode="auto">
          <a:xfrm>
            <a:off x="179512" y="874816"/>
            <a:ext cx="8712968" cy="5434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0070C0"/>
                </a:solidFill>
                <a:latin typeface="+mj-ea"/>
              </a:rPr>
              <a:t>FDN(Fixed Dialing Number)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固定拨号功能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, 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这个功能是为了在手机借给第三方时防止非授权的使用。就是只允许呼出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FDN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菜单中自己输入的联系人号码，设定指定号码后，手机只能拨出指定号码，非指定的号码不能拨出，短信的发送也会受到此规则的限制。但是，紧急呼叫是不受限制的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. FDN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菜单可以在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Call Setting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下找到</a:t>
            </a:r>
            <a:endParaRPr lang="en-US" altLang="zh-CN" sz="1400" b="0" dirty="0">
              <a:solidFill>
                <a:srgbClr val="000000"/>
              </a:solidFill>
              <a:latin typeface="+mj-ea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b="0" dirty="0">
                <a:solidFill>
                  <a:srgbClr val="FF0000"/>
                </a:solidFill>
                <a:latin typeface="+mj-ea"/>
              </a:rPr>
              <a:t>常见需求：</a:t>
            </a:r>
            <a:endParaRPr lang="en-US" altLang="zh-CN" sz="1400" b="0" dirty="0">
              <a:solidFill>
                <a:srgbClr val="FF0000"/>
              </a:solidFill>
              <a:latin typeface="+mj-ea"/>
            </a:endParaRPr>
          </a:p>
          <a:p>
            <a:pPr marL="342900" indent="-342900" eaLnBrk="1" hangingPunct="1">
              <a:lnSpc>
                <a:spcPct val="150000"/>
              </a:lnSpc>
              <a:buAutoNum type="arabicPeriod"/>
              <a:defRPr/>
            </a:pPr>
            <a:r>
              <a:rPr lang="en-US" altLang="zh-CN" sz="1400" b="0" dirty="0">
                <a:solidFill>
                  <a:srgbClr val="FF0000"/>
                </a:solidFill>
                <a:latin typeface="+mj-ea"/>
              </a:rPr>
              <a:t>FDN </a:t>
            </a:r>
            <a:r>
              <a:rPr lang="zh-CN" altLang="en-US" sz="1400" b="0" dirty="0">
                <a:solidFill>
                  <a:srgbClr val="FF0000"/>
                </a:solidFill>
                <a:latin typeface="+mj-ea"/>
              </a:rPr>
              <a:t>最大个数要求（</a:t>
            </a:r>
            <a:r>
              <a:rPr lang="en-US" altLang="zh-CN" sz="1400" b="0" dirty="0">
                <a:solidFill>
                  <a:srgbClr val="FF0000"/>
                </a:solidFill>
                <a:latin typeface="+mj-ea"/>
              </a:rPr>
              <a:t>FDN</a:t>
            </a:r>
            <a:r>
              <a:rPr lang="zh-CN" altLang="en-US" sz="1400" b="0" dirty="0">
                <a:solidFill>
                  <a:srgbClr val="FF0000"/>
                </a:solidFill>
                <a:latin typeface="+mj-ea"/>
              </a:rPr>
              <a:t>是存储在</a:t>
            </a:r>
            <a:r>
              <a:rPr lang="en-US" altLang="zh-CN" sz="1400" b="0" dirty="0">
                <a:solidFill>
                  <a:srgbClr val="FF0000"/>
                </a:solidFill>
                <a:latin typeface="+mj-ea"/>
              </a:rPr>
              <a:t>SIM</a:t>
            </a:r>
            <a:r>
              <a:rPr lang="zh-CN" altLang="en-US" sz="1400" b="0" dirty="0">
                <a:solidFill>
                  <a:srgbClr val="FF0000"/>
                </a:solidFill>
                <a:latin typeface="+mj-ea"/>
              </a:rPr>
              <a:t>卡中的，个数限制取决于运营商</a:t>
            </a:r>
            <a:r>
              <a:rPr lang="en-US" altLang="zh-CN" sz="1400" b="0" dirty="0">
                <a:solidFill>
                  <a:srgbClr val="FF0000"/>
                </a:solidFill>
                <a:latin typeface="+mj-ea"/>
              </a:rPr>
              <a:t>SIM</a:t>
            </a:r>
            <a:r>
              <a:rPr lang="zh-CN" altLang="en-US" sz="1400" b="0" dirty="0">
                <a:solidFill>
                  <a:srgbClr val="FF0000"/>
                </a:solidFill>
                <a:latin typeface="+mj-ea"/>
              </a:rPr>
              <a:t>卡，</a:t>
            </a:r>
            <a:r>
              <a:rPr lang="en-US" altLang="zh-CN" sz="1400" b="0" dirty="0">
                <a:solidFill>
                  <a:srgbClr val="FF0000"/>
                </a:solidFill>
                <a:latin typeface="+mj-ea"/>
              </a:rPr>
              <a:t>Android</a:t>
            </a:r>
            <a:r>
              <a:rPr lang="zh-CN" altLang="en-US" sz="1400" b="0" dirty="0">
                <a:solidFill>
                  <a:srgbClr val="FF0000"/>
                </a:solidFill>
                <a:latin typeface="+mj-ea"/>
              </a:rPr>
              <a:t>没有限制，但是功能机由于空间限制一般有限制）</a:t>
            </a:r>
            <a:endParaRPr lang="en-US" altLang="zh-CN" sz="1400" b="0" dirty="0">
              <a:solidFill>
                <a:srgbClr val="FF0000"/>
              </a:solidFill>
              <a:latin typeface="+mj-ea"/>
            </a:endParaRPr>
          </a:p>
          <a:p>
            <a:pPr marL="342900" indent="-342900" eaLnBrk="1" hangingPunct="1">
              <a:lnSpc>
                <a:spcPct val="150000"/>
              </a:lnSpc>
              <a:buAutoNum type="arabicPeriod"/>
              <a:defRPr/>
            </a:pPr>
            <a:r>
              <a:rPr lang="zh-CN" altLang="en-US" sz="1400" b="0" dirty="0">
                <a:solidFill>
                  <a:srgbClr val="FF0000"/>
                </a:solidFill>
                <a:latin typeface="+mj-ea"/>
              </a:rPr>
              <a:t>某个或某些号码不受</a:t>
            </a:r>
            <a:r>
              <a:rPr lang="en-US" altLang="zh-CN" sz="1400" b="0" dirty="0">
                <a:solidFill>
                  <a:srgbClr val="FF0000"/>
                </a:solidFill>
                <a:latin typeface="+mj-ea"/>
              </a:rPr>
              <a:t>FDN</a:t>
            </a:r>
            <a:r>
              <a:rPr lang="zh-CN" altLang="en-US" sz="1400" b="0" dirty="0">
                <a:solidFill>
                  <a:srgbClr val="FF0000"/>
                </a:solidFill>
                <a:latin typeface="+mj-ea"/>
              </a:rPr>
              <a:t>限制</a:t>
            </a:r>
            <a:endParaRPr lang="en-US" altLang="zh-CN" sz="1400" b="0" dirty="0">
              <a:solidFill>
                <a:srgbClr val="FF0000"/>
              </a:solidFill>
              <a:latin typeface="+mj-ea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0070C0"/>
                </a:solidFill>
                <a:latin typeface="+mj-ea"/>
              </a:rPr>
              <a:t>SDN(Service Dialing Number)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服务号码，该功能手机一般都支持，可以从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SIM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中读取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SDN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，显示在电话本，效果类似于内置联系人。</a:t>
            </a:r>
            <a:endParaRPr lang="en-US" altLang="zh-CN" sz="1400" b="0" dirty="0">
              <a:solidFill>
                <a:srgbClr val="000000"/>
              </a:solidFill>
              <a:latin typeface="+mj-ea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b="0" dirty="0">
                <a:solidFill>
                  <a:srgbClr val="FF0000"/>
                </a:solidFill>
                <a:latin typeface="+mj-ea"/>
              </a:rPr>
              <a:t>该需求有时会被误认为紧急号码预置！！！因为有些运营商写的服务号码有类似 “</a:t>
            </a:r>
            <a:r>
              <a:rPr lang="en-US" altLang="zh-CN" sz="1400" b="0" dirty="0">
                <a:solidFill>
                  <a:srgbClr val="FF0000"/>
                </a:solidFill>
                <a:latin typeface="+mj-ea"/>
              </a:rPr>
              <a:t>Ambulance number 181</a:t>
            </a:r>
            <a:r>
              <a:rPr lang="zh-CN" altLang="en-US" sz="1400" b="0" dirty="0">
                <a:solidFill>
                  <a:srgbClr val="FF0000"/>
                </a:solidFill>
                <a:latin typeface="+mj-ea"/>
              </a:rPr>
              <a:t>”</a:t>
            </a:r>
            <a:endParaRPr lang="en-US" altLang="zh-CN" sz="1400" b="0" dirty="0">
              <a:solidFill>
                <a:srgbClr val="FF0000"/>
              </a:solidFill>
              <a:latin typeface="+mj-ea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0070C0"/>
                </a:solidFill>
                <a:latin typeface="+mj-ea"/>
              </a:rPr>
              <a:t>ADN(Abbreviated dialing number)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ADN SIM 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电话簿</a:t>
            </a:r>
            <a:endParaRPr lang="en-US" altLang="zh-CN" sz="1400" b="0" dirty="0">
              <a:solidFill>
                <a:srgbClr val="000000"/>
              </a:solidFill>
              <a:latin typeface="+mj-ea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1200" b="0" i="1" dirty="0">
                <a:solidFill>
                  <a:srgbClr val="0070C0"/>
                </a:solidFill>
                <a:latin typeface="+mj-ea"/>
              </a:rPr>
              <a:t>COS-134 [MASP]Device should support for 200 FDN contacts. Now limited to 32.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1200" b="0" i="1" dirty="0">
                <a:solidFill>
                  <a:srgbClr val="0070C0"/>
                </a:solidFill>
                <a:latin typeface="+mj-ea"/>
              </a:rPr>
              <a:t>COS-507 [MASP]Phone should be able to display ADN Contacts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1200" b="0" i="1" dirty="0">
                <a:solidFill>
                  <a:srgbClr val="0070C0"/>
                </a:solidFill>
                <a:latin typeface="+mj-ea"/>
              </a:rPr>
              <a:t>COS-448 MASP]Phone should be able to display SDN</a:t>
            </a:r>
          </a:p>
          <a:p>
            <a:pPr eaLnBrk="1" hangingPunct="1">
              <a:lnSpc>
                <a:spcPct val="150000"/>
              </a:lnSpc>
              <a:defRPr/>
            </a:pPr>
            <a:endParaRPr lang="en-US" altLang="zh-CN" sz="1200" b="0" i="1" dirty="0">
              <a:solidFill>
                <a:srgbClr val="000000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18277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>
            <a:extLst>
              <a:ext uri="{FF2B5EF4-FFF2-40B4-BE49-F238E27FC236}">
                <a16:creationId xmlns:a16="http://schemas.microsoft.com/office/drawing/2014/main" id="{9269FFA3-D714-40B7-B6E2-EFB501906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8195" name="标题 1">
            <a:extLst>
              <a:ext uri="{FF2B5EF4-FFF2-40B4-BE49-F238E27FC236}">
                <a16:creationId xmlns:a16="http://schemas.microsoft.com/office/drawing/2014/main" id="{20320BBE-37F5-4C31-A7FF-55EC6D92D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357813" cy="857250"/>
          </a:xfrm>
        </p:spPr>
        <p:txBody>
          <a:bodyPr/>
          <a:lstStyle/>
          <a:p>
            <a:r>
              <a:rPr lang="en-US" altLang="zh-CN" dirty="0"/>
              <a:t>Ring Back Tone</a:t>
            </a:r>
            <a:endParaRPr lang="zh-CN" alt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53B14F4-E968-4167-83B5-B5B6320851EA}"/>
              </a:ext>
            </a:extLst>
          </p:cNvPr>
          <p:cNvSpPr txBox="1">
            <a:spLocks/>
          </p:cNvSpPr>
          <p:nvPr/>
        </p:nvSpPr>
        <p:spPr bwMode="auto">
          <a:xfrm>
            <a:off x="179512" y="874816"/>
            <a:ext cx="8712968" cy="5434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0070C0"/>
                </a:solidFill>
                <a:latin typeface="+mj-ea"/>
              </a:rPr>
              <a:t>Ring Back Tone</a:t>
            </a:r>
            <a:r>
              <a:rPr lang="zh-CN" altLang="en-US" sz="2000" dirty="0">
                <a:solidFill>
                  <a:srgbClr val="0070C0"/>
                </a:solidFill>
                <a:latin typeface="+mj-ea"/>
              </a:rPr>
              <a:t>（</a:t>
            </a:r>
            <a:r>
              <a:rPr lang="en-US" altLang="zh-CN" sz="2000" dirty="0">
                <a:solidFill>
                  <a:srgbClr val="0070C0"/>
                </a:solidFill>
                <a:latin typeface="+mj-ea"/>
              </a:rPr>
              <a:t>BRT</a:t>
            </a:r>
            <a:r>
              <a:rPr lang="zh-CN" altLang="en-US" sz="2000" dirty="0">
                <a:solidFill>
                  <a:srgbClr val="0070C0"/>
                </a:solidFill>
                <a:latin typeface="+mj-ea"/>
              </a:rPr>
              <a:t>）？</a:t>
            </a:r>
            <a:endParaRPr lang="en-US" altLang="zh-CN" sz="2000" dirty="0">
              <a:solidFill>
                <a:srgbClr val="0070C0"/>
              </a:solidFill>
              <a:latin typeface="+mj-ea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回铃音，就是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MO 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拨打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MT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时。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MO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端听到的铃声。如果是彩铃那么就是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Color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 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Ring Back Tone(CRBT)</a:t>
            </a:r>
          </a:p>
          <a:p>
            <a:pPr marL="171450" indent="-171450" eaLnBrk="1" hangingPunct="1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en-US" altLang="zh-CN" sz="1200" b="0" i="1" dirty="0">
                <a:solidFill>
                  <a:srgbClr val="FF0000"/>
                </a:solidFill>
                <a:latin typeface="+mj-ea"/>
              </a:rPr>
              <a:t>MO: Mobile Originated   MT: Mobile Terminated  </a:t>
            </a:r>
            <a:r>
              <a:rPr lang="zh-CN" altLang="en-US" sz="1200" b="0" i="1" dirty="0">
                <a:solidFill>
                  <a:srgbClr val="000000"/>
                </a:solidFill>
                <a:latin typeface="+mj-ea"/>
              </a:rPr>
              <a:t>在移动通讯过程中，发送端和接收端的专业称呼，用户</a:t>
            </a:r>
            <a:r>
              <a:rPr lang="en-US" altLang="zh-CN" sz="1200" b="0" i="1" dirty="0">
                <a:solidFill>
                  <a:srgbClr val="000000"/>
                </a:solidFill>
                <a:latin typeface="+mj-ea"/>
              </a:rPr>
              <a:t>SMS</a:t>
            </a:r>
            <a:r>
              <a:rPr lang="zh-CN" altLang="en-US" sz="1200" b="0" i="1" dirty="0">
                <a:solidFill>
                  <a:srgbClr val="000000"/>
                </a:solidFill>
                <a:latin typeface="+mj-ea"/>
              </a:rPr>
              <a:t>，</a:t>
            </a:r>
            <a:r>
              <a:rPr lang="en-US" altLang="zh-CN" sz="1200" b="0" i="1" dirty="0">
                <a:solidFill>
                  <a:srgbClr val="000000"/>
                </a:solidFill>
                <a:latin typeface="+mj-ea"/>
              </a:rPr>
              <a:t>MMS</a:t>
            </a:r>
            <a:r>
              <a:rPr lang="zh-CN" altLang="en-US" sz="1200" b="0" i="1" dirty="0">
                <a:solidFill>
                  <a:srgbClr val="000000"/>
                </a:solidFill>
                <a:latin typeface="+mj-ea"/>
              </a:rPr>
              <a:t>，</a:t>
            </a:r>
            <a:r>
              <a:rPr lang="en-US" altLang="zh-CN" sz="1200" b="0" i="1" dirty="0">
                <a:solidFill>
                  <a:srgbClr val="000000"/>
                </a:solidFill>
                <a:latin typeface="+mj-ea"/>
              </a:rPr>
              <a:t>Call</a:t>
            </a:r>
            <a:r>
              <a:rPr lang="zh-CN" altLang="en-US" sz="1200" b="0" i="1" dirty="0">
                <a:solidFill>
                  <a:srgbClr val="000000"/>
                </a:solidFill>
                <a:latin typeface="+mj-ea"/>
              </a:rPr>
              <a:t>等</a:t>
            </a:r>
            <a:endParaRPr lang="en-US" altLang="zh-CN" sz="1200" b="0" i="1" dirty="0">
              <a:solidFill>
                <a:srgbClr val="000000"/>
              </a:solidFill>
              <a:latin typeface="+mj-ea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0070C0"/>
                </a:solidFill>
                <a:latin typeface="+mj-ea"/>
              </a:rPr>
              <a:t>RBT </a:t>
            </a:r>
            <a:r>
              <a:rPr lang="zh-CN" altLang="en-US" sz="2000" dirty="0">
                <a:solidFill>
                  <a:srgbClr val="0070C0"/>
                </a:solidFill>
                <a:latin typeface="+mj-ea"/>
              </a:rPr>
              <a:t>的来源</a:t>
            </a:r>
            <a:endParaRPr lang="en-US" altLang="zh-CN" sz="2000" dirty="0">
              <a:solidFill>
                <a:srgbClr val="0070C0"/>
              </a:solidFill>
              <a:latin typeface="+mj-ea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ring back tone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有的时候是网络播放的，有的时候是手机本地播放的。不同地区和不同运营商之间的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RBT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不同。</a:t>
            </a:r>
            <a:endParaRPr lang="en-US" altLang="zh-CN" sz="1400" b="0" dirty="0">
              <a:solidFill>
                <a:srgbClr val="000000"/>
              </a:solidFill>
              <a:latin typeface="+mj-ea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0070C0"/>
                </a:solidFill>
                <a:latin typeface="+mj-ea"/>
              </a:rPr>
              <a:t>RBT </a:t>
            </a:r>
            <a:r>
              <a:rPr lang="zh-CN" altLang="en-US" sz="2000" dirty="0">
                <a:solidFill>
                  <a:srgbClr val="0070C0"/>
                </a:solidFill>
                <a:latin typeface="+mj-ea"/>
              </a:rPr>
              <a:t>的客制化</a:t>
            </a:r>
            <a:endParaRPr lang="en-US" altLang="zh-CN" sz="2000" dirty="0">
              <a:solidFill>
                <a:srgbClr val="0070C0"/>
              </a:solidFill>
              <a:latin typeface="+mj-ea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由于有些国家或运营商对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RBT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要强制要求，一定要播放特定铃声，所以需要对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UE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内置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RBT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进行客制化。我们可以通过判断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mcc 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或</a:t>
            </a:r>
            <a:r>
              <a:rPr lang="en-US" altLang="zh-CN" sz="1400" b="0" dirty="0" err="1">
                <a:solidFill>
                  <a:srgbClr val="000000"/>
                </a:solidFill>
                <a:latin typeface="+mj-ea"/>
              </a:rPr>
              <a:t>mccmnc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 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等方法对不同地区不同运营商进行特定客制化。</a:t>
            </a:r>
            <a:endParaRPr lang="en-US" altLang="zh-CN" sz="1400" b="0" dirty="0">
              <a:solidFill>
                <a:srgbClr val="000000"/>
              </a:solidFill>
              <a:latin typeface="+mj-ea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0070C0"/>
                </a:solidFill>
                <a:latin typeface="+mj-ea"/>
              </a:rPr>
              <a:t>Issues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1400" b="0" i="1" dirty="0">
                <a:solidFill>
                  <a:srgbClr val="000000"/>
                </a:solidFill>
                <a:latin typeface="+mj-ea"/>
              </a:rPr>
              <a:t>COS-319 [MASP]Volte call - Hong Kong ring back tone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1400" b="0" i="1" dirty="0">
                <a:solidFill>
                  <a:srgbClr val="000000"/>
                </a:solidFill>
                <a:latin typeface="+mj-ea"/>
              </a:rPr>
              <a:t>COS-351 [MASP]Support the local </a:t>
            </a:r>
            <a:r>
              <a:rPr lang="en-US" altLang="zh-CN" sz="1400" b="0" i="1" dirty="0" err="1">
                <a:solidFill>
                  <a:srgbClr val="000000"/>
                </a:solidFill>
                <a:latin typeface="+mj-ea"/>
              </a:rPr>
              <a:t>ringback</a:t>
            </a:r>
            <a:r>
              <a:rPr lang="en-US" altLang="zh-CN" sz="1400" b="0" i="1" dirty="0">
                <a:solidFill>
                  <a:srgbClr val="000000"/>
                </a:solidFill>
                <a:latin typeface="+mj-ea"/>
              </a:rPr>
              <a:t> tone as per the Indian standard</a:t>
            </a:r>
          </a:p>
          <a:p>
            <a:pPr eaLnBrk="1" hangingPunct="1">
              <a:lnSpc>
                <a:spcPct val="150000"/>
              </a:lnSpc>
              <a:defRPr/>
            </a:pPr>
            <a:endParaRPr lang="en-US" altLang="zh-CN" sz="1400" b="0" dirty="0">
              <a:solidFill>
                <a:srgbClr val="000000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010516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>
            <a:extLst>
              <a:ext uri="{FF2B5EF4-FFF2-40B4-BE49-F238E27FC236}">
                <a16:creationId xmlns:a16="http://schemas.microsoft.com/office/drawing/2014/main" id="{9269FFA3-D714-40B7-B6E2-EFB501906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8195" name="标题 1">
            <a:extLst>
              <a:ext uri="{FF2B5EF4-FFF2-40B4-BE49-F238E27FC236}">
                <a16:creationId xmlns:a16="http://schemas.microsoft.com/office/drawing/2014/main" id="{20320BBE-37F5-4C31-A7FF-55EC6D92D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357813" cy="857250"/>
          </a:xfrm>
        </p:spPr>
        <p:txBody>
          <a:bodyPr/>
          <a:lstStyle/>
          <a:p>
            <a:r>
              <a:rPr lang="en-US" altLang="zh-CN" dirty="0"/>
              <a:t>Ring Back Tone</a:t>
            </a:r>
            <a:endParaRPr lang="zh-CN" alt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53B14F4-E968-4167-83B5-B5B6320851EA}"/>
              </a:ext>
            </a:extLst>
          </p:cNvPr>
          <p:cNvSpPr txBox="1">
            <a:spLocks/>
          </p:cNvSpPr>
          <p:nvPr/>
        </p:nvSpPr>
        <p:spPr bwMode="auto">
          <a:xfrm>
            <a:off x="179512" y="874816"/>
            <a:ext cx="8712968" cy="5434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0070C0"/>
                </a:solidFill>
                <a:latin typeface="+mj-ea"/>
              </a:rPr>
              <a:t>Ring Back Tone</a:t>
            </a:r>
            <a:r>
              <a:rPr lang="zh-CN" altLang="en-US" sz="2000" dirty="0">
                <a:solidFill>
                  <a:srgbClr val="0070C0"/>
                </a:solidFill>
                <a:latin typeface="+mj-ea"/>
              </a:rPr>
              <a:t>（</a:t>
            </a:r>
            <a:r>
              <a:rPr lang="en-US" altLang="zh-CN" sz="2000" dirty="0">
                <a:solidFill>
                  <a:srgbClr val="0070C0"/>
                </a:solidFill>
                <a:latin typeface="+mj-ea"/>
              </a:rPr>
              <a:t>BRT</a:t>
            </a:r>
            <a:r>
              <a:rPr lang="zh-CN" altLang="en-US" sz="2000" dirty="0">
                <a:solidFill>
                  <a:srgbClr val="0070C0"/>
                </a:solidFill>
                <a:latin typeface="+mj-ea"/>
              </a:rPr>
              <a:t>）？</a:t>
            </a:r>
            <a:endParaRPr lang="en-US" altLang="zh-CN" sz="2000" dirty="0">
              <a:solidFill>
                <a:srgbClr val="0070C0"/>
              </a:solidFill>
              <a:latin typeface="+mj-ea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回铃音，就是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MO 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拨打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MT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时。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MO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端听到的铃声。如果是彩铃那么就是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Color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 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Ring Back Tone(CRBT)</a:t>
            </a:r>
          </a:p>
          <a:p>
            <a:pPr marL="171450" indent="-171450" eaLnBrk="1" hangingPunct="1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en-US" altLang="zh-CN" sz="1200" b="0" i="1" dirty="0">
                <a:solidFill>
                  <a:srgbClr val="FF0000"/>
                </a:solidFill>
                <a:latin typeface="+mj-ea"/>
              </a:rPr>
              <a:t>MO: Mobile Originated   MT: Mobile Terminated  </a:t>
            </a:r>
            <a:r>
              <a:rPr lang="zh-CN" altLang="en-US" sz="1200" b="0" i="1" dirty="0">
                <a:solidFill>
                  <a:srgbClr val="000000"/>
                </a:solidFill>
                <a:latin typeface="+mj-ea"/>
              </a:rPr>
              <a:t>在移动通讯过程中，发送端和接收端的专业称呼，用户</a:t>
            </a:r>
            <a:r>
              <a:rPr lang="en-US" altLang="zh-CN" sz="1200" b="0" i="1" dirty="0">
                <a:solidFill>
                  <a:srgbClr val="000000"/>
                </a:solidFill>
                <a:latin typeface="+mj-ea"/>
              </a:rPr>
              <a:t>SMS</a:t>
            </a:r>
            <a:r>
              <a:rPr lang="zh-CN" altLang="en-US" sz="1200" b="0" i="1" dirty="0">
                <a:solidFill>
                  <a:srgbClr val="000000"/>
                </a:solidFill>
                <a:latin typeface="+mj-ea"/>
              </a:rPr>
              <a:t>，</a:t>
            </a:r>
            <a:r>
              <a:rPr lang="en-US" altLang="zh-CN" sz="1200" b="0" i="1" dirty="0">
                <a:solidFill>
                  <a:srgbClr val="000000"/>
                </a:solidFill>
                <a:latin typeface="+mj-ea"/>
              </a:rPr>
              <a:t>MMS</a:t>
            </a:r>
            <a:r>
              <a:rPr lang="zh-CN" altLang="en-US" sz="1200" b="0" i="1" dirty="0">
                <a:solidFill>
                  <a:srgbClr val="000000"/>
                </a:solidFill>
                <a:latin typeface="+mj-ea"/>
              </a:rPr>
              <a:t>，</a:t>
            </a:r>
            <a:r>
              <a:rPr lang="en-US" altLang="zh-CN" sz="1200" b="0" i="1" dirty="0">
                <a:solidFill>
                  <a:srgbClr val="000000"/>
                </a:solidFill>
                <a:latin typeface="+mj-ea"/>
              </a:rPr>
              <a:t>Call</a:t>
            </a:r>
            <a:r>
              <a:rPr lang="zh-CN" altLang="en-US" sz="1200" b="0" i="1" dirty="0">
                <a:solidFill>
                  <a:srgbClr val="000000"/>
                </a:solidFill>
                <a:latin typeface="+mj-ea"/>
              </a:rPr>
              <a:t>等</a:t>
            </a:r>
            <a:endParaRPr lang="en-US" altLang="zh-CN" sz="1200" b="0" i="1" dirty="0">
              <a:solidFill>
                <a:srgbClr val="000000"/>
              </a:solidFill>
              <a:latin typeface="+mj-ea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0070C0"/>
                </a:solidFill>
                <a:latin typeface="+mj-ea"/>
              </a:rPr>
              <a:t>RBT </a:t>
            </a:r>
            <a:r>
              <a:rPr lang="zh-CN" altLang="en-US" sz="2000" dirty="0">
                <a:solidFill>
                  <a:srgbClr val="0070C0"/>
                </a:solidFill>
                <a:latin typeface="+mj-ea"/>
              </a:rPr>
              <a:t>的来源</a:t>
            </a:r>
            <a:endParaRPr lang="en-US" altLang="zh-CN" sz="2000" dirty="0">
              <a:solidFill>
                <a:srgbClr val="0070C0"/>
              </a:solidFill>
              <a:latin typeface="+mj-ea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ring back tone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有的时候是网络播放的，有的时候是手机本地播放的。不同地区和不同运营商之间的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RBT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不同。</a:t>
            </a:r>
            <a:endParaRPr lang="en-US" altLang="zh-CN" sz="1400" b="0" dirty="0">
              <a:solidFill>
                <a:srgbClr val="000000"/>
              </a:solidFill>
              <a:latin typeface="+mj-ea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0070C0"/>
                </a:solidFill>
                <a:latin typeface="+mj-ea"/>
              </a:rPr>
              <a:t>RBT </a:t>
            </a:r>
            <a:r>
              <a:rPr lang="zh-CN" altLang="en-US" sz="2000" dirty="0">
                <a:solidFill>
                  <a:srgbClr val="0070C0"/>
                </a:solidFill>
                <a:latin typeface="+mj-ea"/>
              </a:rPr>
              <a:t>的客制化</a:t>
            </a:r>
            <a:endParaRPr lang="en-US" altLang="zh-CN" sz="2000" dirty="0">
              <a:solidFill>
                <a:srgbClr val="0070C0"/>
              </a:solidFill>
              <a:latin typeface="+mj-ea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由于有些国家或运营商对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RBT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要强制要求，一定要播放特定铃声，所以需要对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UE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内置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RBT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进行客制化。我们可以通过判断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mcc 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或</a:t>
            </a:r>
            <a:r>
              <a:rPr lang="en-US" altLang="zh-CN" sz="1400" b="0" dirty="0" err="1">
                <a:solidFill>
                  <a:srgbClr val="000000"/>
                </a:solidFill>
                <a:latin typeface="+mj-ea"/>
              </a:rPr>
              <a:t>mccmnc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 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等方法对不同地区不同运营商进行特定客制化。</a:t>
            </a:r>
            <a:endParaRPr lang="en-US" altLang="zh-CN" sz="1400" b="0" dirty="0">
              <a:solidFill>
                <a:srgbClr val="000000"/>
              </a:solidFill>
              <a:latin typeface="+mj-ea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0070C0"/>
                </a:solidFill>
                <a:latin typeface="+mj-ea"/>
              </a:rPr>
              <a:t>Issues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1400" b="0" i="1" dirty="0">
                <a:solidFill>
                  <a:srgbClr val="000000"/>
                </a:solidFill>
                <a:latin typeface="+mj-ea"/>
              </a:rPr>
              <a:t>COS-319 [MASP]Volte call - Hong Kong ring back tone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1400" b="0" i="1" dirty="0">
                <a:solidFill>
                  <a:srgbClr val="000000"/>
                </a:solidFill>
                <a:latin typeface="+mj-ea"/>
              </a:rPr>
              <a:t>COS-351 [MASP]Support the local </a:t>
            </a:r>
            <a:r>
              <a:rPr lang="en-US" altLang="zh-CN" sz="1400" b="0" i="1" dirty="0" err="1">
                <a:solidFill>
                  <a:srgbClr val="000000"/>
                </a:solidFill>
                <a:latin typeface="+mj-ea"/>
              </a:rPr>
              <a:t>ringback</a:t>
            </a:r>
            <a:r>
              <a:rPr lang="en-US" altLang="zh-CN" sz="1400" b="0" i="1" dirty="0">
                <a:solidFill>
                  <a:srgbClr val="000000"/>
                </a:solidFill>
                <a:latin typeface="+mj-ea"/>
              </a:rPr>
              <a:t> tone as per the Indian standard</a:t>
            </a:r>
          </a:p>
          <a:p>
            <a:pPr eaLnBrk="1" hangingPunct="1">
              <a:lnSpc>
                <a:spcPct val="150000"/>
              </a:lnSpc>
              <a:defRPr/>
            </a:pPr>
            <a:endParaRPr lang="en-US" altLang="zh-CN" sz="1400" b="0" dirty="0">
              <a:solidFill>
                <a:srgbClr val="000000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912472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>
            <a:extLst>
              <a:ext uri="{FF2B5EF4-FFF2-40B4-BE49-F238E27FC236}">
                <a16:creationId xmlns:a16="http://schemas.microsoft.com/office/drawing/2014/main" id="{9269FFA3-D714-40B7-B6E2-EFB501906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8195" name="标题 1">
            <a:extLst>
              <a:ext uri="{FF2B5EF4-FFF2-40B4-BE49-F238E27FC236}">
                <a16:creationId xmlns:a16="http://schemas.microsoft.com/office/drawing/2014/main" id="{20320BBE-37F5-4C31-A7FF-55EC6D92D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357813" cy="857250"/>
          </a:xfrm>
        </p:spPr>
        <p:txBody>
          <a:bodyPr/>
          <a:lstStyle/>
          <a:p>
            <a:r>
              <a:rPr lang="en-US" altLang="zh-CN" dirty="0"/>
              <a:t>SMS,MMS</a:t>
            </a:r>
            <a:endParaRPr lang="zh-CN" alt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53B14F4-E968-4167-83B5-B5B6320851EA}"/>
              </a:ext>
            </a:extLst>
          </p:cNvPr>
          <p:cNvSpPr txBox="1">
            <a:spLocks/>
          </p:cNvSpPr>
          <p:nvPr/>
        </p:nvSpPr>
        <p:spPr bwMode="auto">
          <a:xfrm>
            <a:off x="179512" y="874816"/>
            <a:ext cx="8712968" cy="5434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  <a:ea typeface="微软雅黑" pitchFamily="34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0070C0"/>
                </a:solidFill>
                <a:latin typeface="+mj-ea"/>
              </a:rPr>
              <a:t>SMS,MMS Delivery reports</a:t>
            </a:r>
            <a:r>
              <a:rPr lang="zh-CN" altLang="en-US" sz="2000" dirty="0">
                <a:solidFill>
                  <a:srgbClr val="0070C0"/>
                </a:solidFill>
                <a:latin typeface="+mj-ea"/>
              </a:rPr>
              <a:t>（发送报告）</a:t>
            </a:r>
            <a:endParaRPr lang="en-US" altLang="zh-CN" sz="2000" dirty="0">
              <a:solidFill>
                <a:srgbClr val="0070C0"/>
              </a:solidFill>
              <a:latin typeface="+mj-ea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0070C0"/>
                </a:solidFill>
                <a:latin typeface="+mj-ea"/>
              </a:rPr>
              <a:t> 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发送报告开启后信息送达后可以在信息应用中看到提示。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Android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 </a:t>
            </a:r>
            <a:r>
              <a:rPr lang="en-US" altLang="zh-CN" sz="1400" b="0" dirty="0" err="1">
                <a:solidFill>
                  <a:srgbClr val="000000"/>
                </a:solidFill>
                <a:latin typeface="+mj-ea"/>
              </a:rPr>
              <a:t>CarrierConfig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 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支持对不同运营商进行默认是否开启值设置 </a:t>
            </a:r>
            <a:r>
              <a:rPr lang="en-US" altLang="zh-CN" sz="1400" b="0" dirty="0" err="1">
                <a:solidFill>
                  <a:srgbClr val="FF0000"/>
                </a:solidFill>
                <a:latin typeface="+mj-ea"/>
              </a:rPr>
              <a:t>enableMMSDeliveryReports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，</a:t>
            </a:r>
            <a:r>
              <a:rPr lang="en-US" altLang="zh-CN" sz="1400" b="0" dirty="0" err="1">
                <a:solidFill>
                  <a:srgbClr val="FF0000"/>
                </a:solidFill>
                <a:latin typeface="+mj-ea"/>
              </a:rPr>
              <a:t>enableSMSDeliveryReports</a:t>
            </a:r>
            <a:endParaRPr lang="en-US" altLang="zh-CN" sz="1400" b="0" dirty="0">
              <a:solidFill>
                <a:srgbClr val="FF0000"/>
              </a:solidFill>
              <a:latin typeface="+mj-ea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0070C0"/>
                </a:solidFill>
                <a:latin typeface="+mj-ea"/>
              </a:rPr>
              <a:t>SMS character encoding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短信有两个编码方式一种是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7bit 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还有 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Unicode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（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16bit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）即一个字占用多少位，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7bit 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是为了一条短信可以发送更多的内容，如英文等可以正常显示，有些有重音符的语言如西班牙语等会在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7bit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模式下，会把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á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转成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a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达到节省位数的目的，但是像中文这些语言就直接会乱码。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Android 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支持对不同运营商会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mcc 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默认是否设置为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7bit 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配置</a:t>
            </a:r>
            <a:r>
              <a:rPr lang="en-US" altLang="zh-CN" sz="1400" b="0" dirty="0" err="1">
                <a:solidFill>
                  <a:srgbClr val="FF0000"/>
                </a:solidFill>
                <a:latin typeface="+mj-ea"/>
              </a:rPr>
              <a:t>smsUsesSimpleCharactersOnly</a:t>
            </a:r>
            <a:endParaRPr lang="en-US" altLang="zh-CN" sz="1400" b="0" dirty="0">
              <a:solidFill>
                <a:srgbClr val="FF0000"/>
              </a:solidFill>
              <a:latin typeface="+mj-ea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0070C0"/>
                </a:solidFill>
                <a:latin typeface="+mj-ea"/>
              </a:rPr>
              <a:t>SMS conversion to MMS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短信转彩信功能，一般短信到达几条后会自动转成彩信，手机可以设置几条后转彩信，如设置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10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条转，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Android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也支持</a:t>
            </a:r>
            <a:r>
              <a:rPr lang="en-US" altLang="zh-CN" sz="1400" b="0" dirty="0" err="1">
                <a:solidFill>
                  <a:srgbClr val="000000"/>
                </a:solidFill>
                <a:latin typeface="+mj-ea"/>
              </a:rPr>
              <a:t>CarrierConfig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 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配置 </a:t>
            </a:r>
            <a:r>
              <a:rPr lang="en-US" altLang="zh-CN" sz="1400" b="0" dirty="0" err="1">
                <a:solidFill>
                  <a:srgbClr val="FF0000"/>
                </a:solidFill>
                <a:latin typeface="+mj-ea"/>
              </a:rPr>
              <a:t>smsToMmsTextThreshold</a:t>
            </a:r>
            <a:endParaRPr lang="en-US" altLang="zh-CN" sz="1400" b="0" dirty="0">
              <a:solidFill>
                <a:srgbClr val="FF0000"/>
              </a:solidFill>
              <a:latin typeface="+mj-ea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0070C0"/>
                </a:solidFill>
                <a:latin typeface="+mj-ea"/>
              </a:rPr>
              <a:t>SMS over IP</a:t>
            </a:r>
            <a:r>
              <a:rPr lang="zh-CN" altLang="en-US" sz="2000" dirty="0">
                <a:solidFill>
                  <a:srgbClr val="0070C0"/>
                </a:solidFill>
                <a:latin typeface="+mj-ea"/>
              </a:rPr>
              <a:t>（</a:t>
            </a:r>
            <a:r>
              <a:rPr lang="en-US" altLang="zh-CN" sz="2000" dirty="0">
                <a:solidFill>
                  <a:srgbClr val="0070C0"/>
                </a:solidFill>
                <a:latin typeface="+mj-ea"/>
              </a:rPr>
              <a:t>PS, VoLTE, </a:t>
            </a:r>
            <a:r>
              <a:rPr lang="en-US" altLang="zh-CN" sz="2000" dirty="0" err="1">
                <a:solidFill>
                  <a:srgbClr val="0070C0"/>
                </a:solidFill>
                <a:latin typeface="+mj-ea"/>
              </a:rPr>
              <a:t>Vowifi</a:t>
            </a:r>
            <a:r>
              <a:rPr lang="zh-CN" altLang="en-US" sz="2000" dirty="0">
                <a:solidFill>
                  <a:srgbClr val="0070C0"/>
                </a:solidFill>
                <a:latin typeface="+mj-ea"/>
              </a:rPr>
              <a:t>）</a:t>
            </a:r>
            <a:endParaRPr lang="en-US" altLang="zh-CN" sz="2000" dirty="0">
              <a:solidFill>
                <a:srgbClr val="0070C0"/>
              </a:solidFill>
              <a:latin typeface="+mj-ea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由于短信数据量较小，正常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SMS 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是通过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CS</a:t>
            </a:r>
            <a:r>
              <a:rPr lang="zh-CN" altLang="en-US" sz="1400" b="0" dirty="0">
                <a:solidFill>
                  <a:srgbClr val="000000"/>
                </a:solidFill>
                <a:latin typeface="+mj-ea"/>
              </a:rPr>
              <a:t>域走的，也可以配置其支持在</a:t>
            </a:r>
            <a:r>
              <a:rPr lang="en-US" altLang="zh-CN" sz="1400" b="0" dirty="0">
                <a:solidFill>
                  <a:srgbClr val="000000"/>
                </a:solidFill>
                <a:latin typeface="+mj-ea"/>
              </a:rPr>
              <a:t>VoLTE or </a:t>
            </a:r>
            <a:r>
              <a:rPr lang="en-US" altLang="zh-CN" sz="1400" b="0" dirty="0" err="1">
                <a:solidFill>
                  <a:srgbClr val="000000"/>
                </a:solidFill>
                <a:latin typeface="+mj-ea"/>
              </a:rPr>
              <a:t>Vowifi</a:t>
            </a:r>
            <a:endParaRPr lang="en-US" altLang="zh-CN" sz="1400" b="0" dirty="0">
              <a:solidFill>
                <a:srgbClr val="000000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99725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>
            <a:extLst>
              <a:ext uri="{FF2B5EF4-FFF2-40B4-BE49-F238E27FC236}">
                <a16:creationId xmlns:a16="http://schemas.microsoft.com/office/drawing/2014/main" id="{9269FFA3-D714-40B7-B6E2-EFB501906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8195" name="标题 1">
            <a:extLst>
              <a:ext uri="{FF2B5EF4-FFF2-40B4-BE49-F238E27FC236}">
                <a16:creationId xmlns:a16="http://schemas.microsoft.com/office/drawing/2014/main" id="{20320BBE-37F5-4C31-A7FF-55EC6D92D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357813" cy="857250"/>
          </a:xfrm>
        </p:spPr>
        <p:txBody>
          <a:bodyPr/>
          <a:lstStyle/>
          <a:p>
            <a:r>
              <a:rPr lang="en-US" altLang="zh-CN" dirty="0"/>
              <a:t>IMS</a:t>
            </a:r>
            <a:endParaRPr lang="zh-CN" altLang="en-US" sz="2000" dirty="0"/>
          </a:p>
        </p:txBody>
      </p:sp>
      <p:sp>
        <p:nvSpPr>
          <p:cNvPr id="7172" name="TextBox 1">
            <a:extLst>
              <a:ext uri="{FF2B5EF4-FFF2-40B4-BE49-F238E27FC236}">
                <a16:creationId xmlns:a16="http://schemas.microsoft.com/office/drawing/2014/main" id="{451C0016-17D0-4ED5-A215-40D6FB2F83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75" y="1125538"/>
            <a:ext cx="8648700" cy="138499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0" dirty="0">
                <a:solidFill>
                  <a:srgbClr val="0070C0"/>
                </a:solidFill>
              </a:rPr>
              <a:t>什么是</a:t>
            </a:r>
            <a:r>
              <a:rPr lang="en-US" altLang="zh-CN" sz="2400" b="0" dirty="0">
                <a:solidFill>
                  <a:srgbClr val="0070C0"/>
                </a:solidFill>
              </a:rPr>
              <a:t>IMS</a:t>
            </a:r>
          </a:p>
          <a:p>
            <a:pPr eaLnBrk="1" hangingPunct="1">
              <a:defRPr/>
            </a:pPr>
            <a:endParaRPr lang="en-US" altLang="zh-CN" sz="2400" b="0" dirty="0"/>
          </a:p>
          <a:p>
            <a:pPr eaLnBrk="1" hangingPunct="1">
              <a:defRPr/>
            </a:pPr>
            <a:r>
              <a:rPr lang="en-US" altLang="zh-CN" b="0" dirty="0">
                <a:solidFill>
                  <a:srgbClr val="202122"/>
                </a:solidFill>
                <a:latin typeface="+mj-ea"/>
                <a:ea typeface="+mj-ea"/>
              </a:rPr>
              <a:t>IP</a:t>
            </a:r>
            <a:r>
              <a:rPr lang="zh-CN" altLang="en-US" b="0" dirty="0">
                <a:solidFill>
                  <a:srgbClr val="202122"/>
                </a:solidFill>
                <a:latin typeface="+mj-ea"/>
                <a:ea typeface="+mj-ea"/>
              </a:rPr>
              <a:t>多媒体子系统（</a:t>
            </a:r>
            <a:r>
              <a:rPr lang="en-US" altLang="zh-CN" b="0" dirty="0">
                <a:solidFill>
                  <a:srgbClr val="202122"/>
                </a:solidFill>
                <a:latin typeface="+mj-ea"/>
                <a:ea typeface="+mj-ea"/>
              </a:rPr>
              <a:t>IP Multimedia Subsystem</a:t>
            </a:r>
            <a:r>
              <a:rPr lang="zh-CN" altLang="en-US" b="0" dirty="0">
                <a:solidFill>
                  <a:srgbClr val="202122"/>
                </a:solidFill>
                <a:latin typeface="+mj-ea"/>
                <a:ea typeface="+mj-ea"/>
              </a:rPr>
              <a:t>，</a:t>
            </a:r>
            <a:r>
              <a:rPr lang="en-US" altLang="zh-CN" b="0" dirty="0">
                <a:solidFill>
                  <a:srgbClr val="202122"/>
                </a:solidFill>
                <a:latin typeface="+mj-ea"/>
                <a:ea typeface="+mj-ea"/>
              </a:rPr>
              <a:t>IMS</a:t>
            </a:r>
            <a:r>
              <a:rPr lang="zh-CN" altLang="en-US" b="0" dirty="0">
                <a:solidFill>
                  <a:srgbClr val="202122"/>
                </a:solidFill>
                <a:latin typeface="+mj-ea"/>
                <a:ea typeface="+mj-ea"/>
              </a:rPr>
              <a:t>）一组网络服务提供商用来提供基于</a:t>
            </a:r>
            <a:r>
              <a:rPr lang="en-US" altLang="zh-CN" b="0" dirty="0">
                <a:solidFill>
                  <a:srgbClr val="FF0000"/>
                </a:solidFill>
                <a:latin typeface="+mj-ea"/>
                <a:ea typeface="+mj-ea"/>
              </a:rPr>
              <a:t>SIP</a:t>
            </a:r>
            <a:r>
              <a:rPr lang="zh-CN" altLang="en-US" b="0" dirty="0">
                <a:solidFill>
                  <a:srgbClr val="202122"/>
                </a:solidFill>
                <a:latin typeface="+mj-ea"/>
                <a:ea typeface="+mj-ea"/>
              </a:rPr>
              <a:t>业务的核心网的功能实体集和接口</a:t>
            </a:r>
            <a:endParaRPr lang="en-US" altLang="zh-CN" b="0" dirty="0">
              <a:solidFill>
                <a:srgbClr val="202122"/>
              </a:solidFill>
              <a:latin typeface="+mj-ea"/>
              <a:ea typeface="+mj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20BC145-2BBE-40A1-BEE4-FD609BBA8C36}"/>
              </a:ext>
            </a:extLst>
          </p:cNvPr>
          <p:cNvSpPr txBox="1"/>
          <p:nvPr/>
        </p:nvSpPr>
        <p:spPr>
          <a:xfrm>
            <a:off x="2627784" y="3002129"/>
            <a:ext cx="3240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</a:rPr>
              <a:t>What’s SIP??</a:t>
            </a:r>
            <a:endParaRPr lang="zh-CN" altLang="en-US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1034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>
            <a:extLst>
              <a:ext uri="{FF2B5EF4-FFF2-40B4-BE49-F238E27FC236}">
                <a16:creationId xmlns:a16="http://schemas.microsoft.com/office/drawing/2014/main" id="{9269FFA3-D714-40B7-B6E2-EFB501906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8195" name="标题 1">
            <a:extLst>
              <a:ext uri="{FF2B5EF4-FFF2-40B4-BE49-F238E27FC236}">
                <a16:creationId xmlns:a16="http://schemas.microsoft.com/office/drawing/2014/main" id="{20320BBE-37F5-4C31-A7FF-55EC6D92D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357813" cy="857250"/>
          </a:xfrm>
        </p:spPr>
        <p:txBody>
          <a:bodyPr/>
          <a:lstStyle/>
          <a:p>
            <a:r>
              <a:rPr lang="en-US" altLang="zh-CN" dirty="0"/>
              <a:t>IMS</a:t>
            </a:r>
            <a:endParaRPr lang="zh-CN" altLang="en-US" sz="2000" dirty="0"/>
          </a:p>
        </p:txBody>
      </p:sp>
      <p:sp>
        <p:nvSpPr>
          <p:cNvPr id="7172" name="TextBox 1">
            <a:extLst>
              <a:ext uri="{FF2B5EF4-FFF2-40B4-BE49-F238E27FC236}">
                <a16:creationId xmlns:a16="http://schemas.microsoft.com/office/drawing/2014/main" id="{451C0016-17D0-4ED5-A215-40D6FB2F83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75" y="1125538"/>
            <a:ext cx="8648700" cy="10156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0" dirty="0">
                <a:solidFill>
                  <a:srgbClr val="0070C0"/>
                </a:solidFill>
              </a:rPr>
              <a:t>发展到</a:t>
            </a:r>
            <a:r>
              <a:rPr lang="en-US" altLang="zh-CN" sz="2400" b="0" dirty="0">
                <a:solidFill>
                  <a:srgbClr val="0070C0"/>
                </a:solidFill>
              </a:rPr>
              <a:t>4G</a:t>
            </a:r>
            <a:r>
              <a:rPr lang="zh-CN" altLang="en-US" sz="2400" b="0" dirty="0">
                <a:solidFill>
                  <a:srgbClr val="0070C0"/>
                </a:solidFill>
              </a:rPr>
              <a:t>为什么会冒出来一个叫“</a:t>
            </a:r>
            <a:r>
              <a:rPr lang="en-US" altLang="zh-CN" sz="2400" b="0" dirty="0">
                <a:solidFill>
                  <a:srgbClr val="0070C0"/>
                </a:solidFill>
              </a:rPr>
              <a:t>IMS</a:t>
            </a:r>
            <a:r>
              <a:rPr lang="zh-CN" altLang="en-US" sz="2400" b="0" dirty="0">
                <a:solidFill>
                  <a:srgbClr val="0070C0"/>
                </a:solidFill>
              </a:rPr>
              <a:t>”家伙</a:t>
            </a:r>
            <a:endParaRPr lang="en-US" altLang="zh-CN" sz="2400" b="0" dirty="0">
              <a:solidFill>
                <a:srgbClr val="0070C0"/>
              </a:solidFill>
            </a:endParaRPr>
          </a:p>
          <a:p>
            <a:pPr eaLnBrk="1" hangingPunct="1">
              <a:defRPr/>
            </a:pPr>
            <a:endParaRPr lang="en-US" altLang="zh-CN" b="0" dirty="0">
              <a:solidFill>
                <a:srgbClr val="202122"/>
              </a:solidFill>
              <a:latin typeface="+mj-ea"/>
              <a:ea typeface="+mj-ea"/>
            </a:endParaRPr>
          </a:p>
          <a:p>
            <a:pPr eaLnBrk="1" hangingPunct="1">
              <a:defRPr/>
            </a:pPr>
            <a:r>
              <a:rPr lang="en-US" altLang="zh-CN" b="0" dirty="0">
                <a:solidFill>
                  <a:srgbClr val="202122"/>
                </a:solidFill>
                <a:latin typeface="+mj-ea"/>
                <a:ea typeface="+mj-ea"/>
              </a:rPr>
              <a:t>LTE</a:t>
            </a:r>
            <a:r>
              <a:rPr lang="zh-CN" altLang="en-US" b="0" dirty="0">
                <a:solidFill>
                  <a:srgbClr val="202122"/>
                </a:solidFill>
                <a:latin typeface="+mj-ea"/>
                <a:ea typeface="+mj-ea"/>
              </a:rPr>
              <a:t>网络也属于</a:t>
            </a:r>
            <a:r>
              <a:rPr lang="en-US" altLang="zh-CN" b="0" dirty="0">
                <a:solidFill>
                  <a:srgbClr val="202122"/>
                </a:solidFill>
                <a:latin typeface="+mj-ea"/>
                <a:ea typeface="+mj-ea"/>
              </a:rPr>
              <a:t>PS</a:t>
            </a:r>
            <a:r>
              <a:rPr lang="zh-CN" altLang="en-US" b="0" dirty="0">
                <a:solidFill>
                  <a:srgbClr val="202122"/>
                </a:solidFill>
                <a:latin typeface="+mj-ea"/>
                <a:ea typeface="+mj-ea"/>
              </a:rPr>
              <a:t>网络，只能支持上网（数据业务）。</a:t>
            </a:r>
            <a:endParaRPr lang="en-US" altLang="zh-CN" b="0" dirty="0">
              <a:solidFill>
                <a:srgbClr val="202122"/>
              </a:solidFill>
              <a:latin typeface="+mj-ea"/>
              <a:ea typeface="+mj-ea"/>
            </a:endParaRPr>
          </a:p>
        </p:txBody>
      </p:sp>
      <p:pic>
        <p:nvPicPr>
          <p:cNvPr id="8197" name="Picture 6">
            <a:extLst>
              <a:ext uri="{FF2B5EF4-FFF2-40B4-BE49-F238E27FC236}">
                <a16:creationId xmlns:a16="http://schemas.microsoft.com/office/drawing/2014/main" id="{4DD590CA-FA3E-4D74-B24E-8F5075556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9" y="2168080"/>
            <a:ext cx="4489169" cy="303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8">
            <a:extLst>
              <a:ext uri="{FF2B5EF4-FFF2-40B4-BE49-F238E27FC236}">
                <a16:creationId xmlns:a16="http://schemas.microsoft.com/office/drawing/2014/main" id="{60E17735-6EC0-4383-AE74-0AAF8A74E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7334" y="2113256"/>
            <a:ext cx="4473982" cy="3179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>
            <a:extLst>
              <a:ext uri="{FF2B5EF4-FFF2-40B4-BE49-F238E27FC236}">
                <a16:creationId xmlns:a16="http://schemas.microsoft.com/office/drawing/2014/main" id="{EC616634-6A60-485C-A44E-245891C03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9219" name="标题 1">
            <a:extLst>
              <a:ext uri="{FF2B5EF4-FFF2-40B4-BE49-F238E27FC236}">
                <a16:creationId xmlns:a16="http://schemas.microsoft.com/office/drawing/2014/main" id="{8F879789-13DB-4E20-9F10-2E719288E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357813" cy="857250"/>
          </a:xfrm>
        </p:spPr>
        <p:txBody>
          <a:bodyPr/>
          <a:lstStyle/>
          <a:p>
            <a:r>
              <a:rPr lang="en-US" altLang="zh-CN" dirty="0"/>
              <a:t>IMS</a:t>
            </a:r>
            <a:endParaRPr lang="zh-CN" altLang="en-US" sz="2000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5603D6BC-0682-4D1F-8D58-FE0684636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75" y="1125538"/>
            <a:ext cx="8648700" cy="29241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0" dirty="0">
                <a:solidFill>
                  <a:srgbClr val="FF0000"/>
                </a:solidFill>
              </a:rPr>
              <a:t>问题来了，既然</a:t>
            </a:r>
            <a:r>
              <a:rPr lang="en-US" altLang="zh-CN" sz="2400" b="0" dirty="0">
                <a:solidFill>
                  <a:srgbClr val="FF0000"/>
                </a:solidFill>
              </a:rPr>
              <a:t>LTE</a:t>
            </a:r>
            <a:r>
              <a:rPr lang="zh-CN" altLang="en-US" sz="2400" b="0" dirty="0">
                <a:solidFill>
                  <a:srgbClr val="FF0000"/>
                </a:solidFill>
              </a:rPr>
              <a:t>网络无</a:t>
            </a:r>
            <a:r>
              <a:rPr lang="en-US" altLang="zh-CN" sz="2400" b="0" dirty="0">
                <a:solidFill>
                  <a:srgbClr val="FF0000"/>
                </a:solidFill>
              </a:rPr>
              <a:t>CS</a:t>
            </a:r>
            <a:r>
              <a:rPr lang="zh-CN" altLang="en-US" sz="2400" b="0" dirty="0">
                <a:solidFill>
                  <a:srgbClr val="FF0000"/>
                </a:solidFill>
              </a:rPr>
              <a:t>域，那么</a:t>
            </a:r>
            <a:r>
              <a:rPr lang="en-US" altLang="zh-CN" sz="2400" b="0" dirty="0">
                <a:solidFill>
                  <a:srgbClr val="FF0000"/>
                </a:solidFill>
              </a:rPr>
              <a:t>LTE</a:t>
            </a:r>
            <a:r>
              <a:rPr lang="zh-CN" altLang="en-US" sz="2400" b="0" dirty="0">
                <a:solidFill>
                  <a:srgbClr val="FF0000"/>
                </a:solidFill>
              </a:rPr>
              <a:t>下打电话咋整？</a:t>
            </a:r>
            <a:endParaRPr lang="en-US" altLang="zh-CN" sz="2400" b="0" dirty="0">
              <a:solidFill>
                <a:srgbClr val="FF0000"/>
              </a:solidFill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endParaRPr lang="en-US" altLang="zh-CN" sz="2000" b="0" dirty="0"/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zh-CN" sz="2000" b="0" dirty="0"/>
              <a:t>CSFB</a:t>
            </a:r>
            <a:r>
              <a:rPr lang="zh-CN" altLang="en-US" sz="2000" b="0" dirty="0"/>
              <a:t>（</a:t>
            </a:r>
            <a:r>
              <a:rPr lang="en-US" altLang="zh-CN" sz="2000" b="0" dirty="0"/>
              <a:t>CS Fall Back</a:t>
            </a:r>
            <a:r>
              <a:rPr lang="zh-CN" altLang="en-US" sz="2000" b="0" dirty="0"/>
              <a:t>）</a:t>
            </a:r>
            <a:endParaRPr lang="en-US" altLang="zh-CN" sz="2000" b="0" dirty="0"/>
          </a:p>
          <a:p>
            <a:pPr eaLnBrk="1" hangingPunct="1">
              <a:defRPr/>
            </a:pPr>
            <a:r>
              <a:rPr lang="zh-CN" altLang="en-US" sz="2000" b="0" dirty="0"/>
              <a:t>通话回落，既然</a:t>
            </a:r>
            <a:r>
              <a:rPr lang="en-US" altLang="zh-CN" sz="2000" b="0" dirty="0"/>
              <a:t>4G</a:t>
            </a:r>
            <a:r>
              <a:rPr lang="zh-CN" altLang="en-US" sz="2000" b="0" dirty="0"/>
              <a:t>下无法打电话，“砖家”们就出了主意，接打电话时，让网络告知设备让它乖乖掉到</a:t>
            </a:r>
            <a:r>
              <a:rPr lang="en-US" altLang="zh-CN" sz="2000" b="0" dirty="0"/>
              <a:t>3G/2G, </a:t>
            </a:r>
            <a:r>
              <a:rPr lang="zh-CN" altLang="en-US" sz="2000" b="0" dirty="0"/>
              <a:t>这不就可以打电话了，虽然一夜回到了解放前，但好歹还是能打电话了，还要啥自行车</a:t>
            </a:r>
            <a:endParaRPr lang="en-US" altLang="zh-CN" sz="2000" b="0" dirty="0"/>
          </a:p>
          <a:p>
            <a:pPr eaLnBrk="1" hangingPunct="1">
              <a:defRPr/>
            </a:pPr>
            <a:r>
              <a:rPr lang="zh-CN" altLang="en-US" sz="2000" b="0" dirty="0">
                <a:solidFill>
                  <a:srgbClr val="0070C0"/>
                </a:solidFill>
              </a:rPr>
              <a:t>由此可见，</a:t>
            </a:r>
            <a:r>
              <a:rPr lang="en-US" altLang="zh-CN" sz="2000" b="0" dirty="0">
                <a:solidFill>
                  <a:srgbClr val="0070C0"/>
                </a:solidFill>
              </a:rPr>
              <a:t>CSFB</a:t>
            </a:r>
            <a:r>
              <a:rPr lang="zh-CN" altLang="en-US" sz="2000" b="0" dirty="0">
                <a:solidFill>
                  <a:srgbClr val="0070C0"/>
                </a:solidFill>
              </a:rPr>
              <a:t>是</a:t>
            </a:r>
            <a:r>
              <a:rPr lang="en-US" altLang="zh-CN" sz="2000" b="0" dirty="0">
                <a:solidFill>
                  <a:srgbClr val="0070C0"/>
                </a:solidFill>
              </a:rPr>
              <a:t>LTE</a:t>
            </a:r>
            <a:r>
              <a:rPr lang="zh-CN" altLang="en-US" sz="2000" b="0" dirty="0">
                <a:solidFill>
                  <a:srgbClr val="0070C0"/>
                </a:solidFill>
              </a:rPr>
              <a:t>下的语音解决方案，但不是完美方案。</a:t>
            </a:r>
            <a:endParaRPr lang="en-US" altLang="zh-CN" sz="2000" b="0" dirty="0">
              <a:solidFill>
                <a:srgbClr val="0070C0"/>
              </a:solidFill>
            </a:endParaRPr>
          </a:p>
          <a:p>
            <a:pPr eaLnBrk="1" hangingPunct="1">
              <a:defRPr/>
            </a:pPr>
            <a:endParaRPr lang="en-US" altLang="zh-CN" sz="2000" b="0" dirty="0"/>
          </a:p>
          <a:p>
            <a:pPr eaLnBrk="1" hangingPunct="1">
              <a:defRPr/>
            </a:pPr>
            <a:endParaRPr lang="en-US" altLang="zh-CN" sz="2000" b="0" dirty="0"/>
          </a:p>
        </p:txBody>
      </p:sp>
      <p:pic>
        <p:nvPicPr>
          <p:cNvPr id="9221" name="Picture 2">
            <a:extLst>
              <a:ext uri="{FF2B5EF4-FFF2-40B4-BE49-F238E27FC236}">
                <a16:creationId xmlns:a16="http://schemas.microsoft.com/office/drawing/2014/main" id="{9798A5AC-BB54-43D9-B536-9DB37DE90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3429000"/>
            <a:ext cx="4384675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>
            <a:extLst>
              <a:ext uri="{FF2B5EF4-FFF2-40B4-BE49-F238E27FC236}">
                <a16:creationId xmlns:a16="http://schemas.microsoft.com/office/drawing/2014/main" id="{9269FFA3-D714-40B7-B6E2-EFB501906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8195" name="标题 1">
            <a:extLst>
              <a:ext uri="{FF2B5EF4-FFF2-40B4-BE49-F238E27FC236}">
                <a16:creationId xmlns:a16="http://schemas.microsoft.com/office/drawing/2014/main" id="{20320BBE-37F5-4C31-A7FF-55EC6D92D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357813" cy="857250"/>
          </a:xfrm>
        </p:spPr>
        <p:txBody>
          <a:bodyPr/>
          <a:lstStyle/>
          <a:p>
            <a:r>
              <a:rPr lang="en-US" altLang="zh-CN" dirty="0"/>
              <a:t>IMS</a:t>
            </a:r>
            <a:endParaRPr lang="zh-CN" altLang="en-US" sz="20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6300ADD-E66D-440E-A42B-7A85C7071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2348880"/>
            <a:ext cx="2695575" cy="143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0A1E9D9-E54A-4993-9354-4EB5DA464830}"/>
              </a:ext>
            </a:extLst>
          </p:cNvPr>
          <p:cNvSpPr txBox="1"/>
          <p:nvPr/>
        </p:nvSpPr>
        <p:spPr>
          <a:xfrm>
            <a:off x="244473" y="2367826"/>
            <a:ext cx="576768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zh-CN" b="0" dirty="0">
                <a:solidFill>
                  <a:srgbClr val="0070C0"/>
                </a:solidFill>
              </a:rPr>
              <a:t>VoIP </a:t>
            </a:r>
          </a:p>
          <a:p>
            <a:pPr eaLnBrk="1" hangingPunct="1">
              <a:defRPr/>
            </a:pPr>
            <a:r>
              <a:rPr lang="en-US" altLang="zh-CN" b="0" dirty="0"/>
              <a:t>     </a:t>
            </a:r>
            <a:r>
              <a:rPr lang="en-US" altLang="zh-CN" sz="1800" b="0" dirty="0"/>
              <a:t>VoIP</a:t>
            </a:r>
            <a:r>
              <a:rPr lang="zh-CN" altLang="en-US" sz="1800" b="0" dirty="0"/>
              <a:t>（</a:t>
            </a:r>
            <a:r>
              <a:rPr lang="en-US" altLang="zh-CN" sz="1800" b="0" dirty="0"/>
              <a:t>Voice over IP</a:t>
            </a:r>
            <a:r>
              <a:rPr lang="zh-CN" altLang="en-US" sz="1800" b="0" dirty="0"/>
              <a:t>）指的是允许语音信号能</a:t>
            </a:r>
            <a:r>
              <a:rPr lang="en-US" altLang="zh-CN" sz="1800" b="0" dirty="0"/>
              <a:t>IP</a:t>
            </a:r>
            <a:r>
              <a:rPr lang="zh-CN" altLang="en-US" sz="1800" b="0" dirty="0"/>
              <a:t>网络这种分组网络</a:t>
            </a:r>
            <a:r>
              <a:rPr lang="en-US" altLang="zh-CN" sz="1800" b="0" dirty="0"/>
              <a:t>(PS</a:t>
            </a:r>
            <a:r>
              <a:rPr lang="zh-CN" altLang="en-US" sz="1800" b="0" dirty="0"/>
              <a:t>域</a:t>
            </a:r>
            <a:r>
              <a:rPr lang="en-US" altLang="zh-CN" sz="1800" b="0" dirty="0"/>
              <a:t>)</a:t>
            </a:r>
            <a:r>
              <a:rPr lang="zh-CN" altLang="en-US" sz="1800" b="0" dirty="0"/>
              <a:t>里传播的技术，简而言之可以叫做网络电话，我们所熟知的</a:t>
            </a:r>
            <a:r>
              <a:rPr lang="en-US" altLang="zh-CN" sz="1800" b="0" dirty="0"/>
              <a:t>QQ </a:t>
            </a:r>
            <a:r>
              <a:rPr lang="zh-CN" altLang="en-US" sz="1800" b="0" dirty="0"/>
              <a:t>微信电话就是其实现</a:t>
            </a:r>
            <a:endParaRPr lang="en-US" altLang="zh-CN" sz="1800" b="0" dirty="0"/>
          </a:p>
          <a:p>
            <a:pPr eaLnBrk="1" hangingPunct="1">
              <a:defRPr/>
            </a:pPr>
            <a:endParaRPr lang="en-US" altLang="zh-CN" sz="1400" b="0" dirty="0"/>
          </a:p>
          <a:p>
            <a:pPr eaLnBrk="1" hangingPunct="1">
              <a:defRPr/>
            </a:pPr>
            <a:r>
              <a:rPr lang="zh-CN" altLang="en-US" sz="1400" b="0" dirty="0">
                <a:solidFill>
                  <a:srgbClr val="0070C0"/>
                </a:solidFill>
              </a:rPr>
              <a:t>但是如果只是网络通话如何将传统的电话服务加入其中呢？</a:t>
            </a:r>
            <a:endParaRPr lang="en-US" altLang="zh-CN" sz="1400" b="0" dirty="0">
              <a:solidFill>
                <a:srgbClr val="0070C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CCD0B17-F81E-4772-AC01-67F84B7662C4}"/>
              </a:ext>
            </a:extLst>
          </p:cNvPr>
          <p:cNvSpPr txBox="1"/>
          <p:nvPr/>
        </p:nvSpPr>
        <p:spPr>
          <a:xfrm>
            <a:off x="244474" y="3993160"/>
            <a:ext cx="84562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zh-CN" b="0" dirty="0">
                <a:solidFill>
                  <a:srgbClr val="0070C0"/>
                </a:solidFill>
              </a:rPr>
              <a:t>SIP</a:t>
            </a:r>
          </a:p>
          <a:p>
            <a:pPr eaLnBrk="1" hangingPunct="1">
              <a:defRPr/>
            </a:pPr>
            <a:r>
              <a:rPr lang="en-US" altLang="zh-CN" b="0" dirty="0"/>
              <a:t>     </a:t>
            </a:r>
            <a:r>
              <a:rPr lang="en-US" altLang="zh-CN" sz="1800" b="0" dirty="0"/>
              <a:t>SIP</a:t>
            </a:r>
            <a:r>
              <a:rPr lang="zh-CN" altLang="en-US" sz="1800" b="0" dirty="0"/>
              <a:t>是</a:t>
            </a:r>
            <a:r>
              <a:rPr lang="en-US" altLang="zh-CN" sz="1800" b="0" dirty="0"/>
              <a:t>VoIP</a:t>
            </a:r>
            <a:r>
              <a:rPr lang="zh-CN" altLang="en-US" sz="1800" b="0" dirty="0"/>
              <a:t> 实现的其中一种协议。</a:t>
            </a:r>
            <a:r>
              <a:rPr lang="zh-CN" altLang="en-US" sz="1800" b="0" i="0" dirty="0">
                <a:solidFill>
                  <a:srgbClr val="333333"/>
                </a:solidFill>
                <a:effectLst/>
                <a:latin typeface="PingFang SC"/>
              </a:rPr>
              <a:t>它既能支持纯网络电话，也</a:t>
            </a:r>
            <a:r>
              <a:rPr lang="zh-CN" altLang="en-US" sz="1800" b="0" dirty="0"/>
              <a:t>能实现拨打和接听公共网络电话</a:t>
            </a:r>
            <a:r>
              <a:rPr lang="zh-CN" altLang="en-US" sz="1800" b="0" i="0" dirty="0">
                <a:solidFill>
                  <a:srgbClr val="333333"/>
                </a:solidFill>
                <a:effectLst/>
                <a:latin typeface="PingFang SC"/>
              </a:rPr>
              <a:t>（</a:t>
            </a:r>
            <a:r>
              <a:rPr lang="en-US" altLang="zh-CN" sz="1800" b="0" i="0" dirty="0">
                <a:solidFill>
                  <a:srgbClr val="333333"/>
                </a:solidFill>
                <a:effectLst/>
                <a:latin typeface="PingFang SC"/>
              </a:rPr>
              <a:t>PSTN</a:t>
            </a:r>
            <a:r>
              <a:rPr lang="zh-CN" altLang="en-US" sz="1800" b="0" i="0" dirty="0">
                <a:solidFill>
                  <a:srgbClr val="333333"/>
                </a:solidFill>
                <a:effectLst/>
                <a:latin typeface="PingFang SC"/>
              </a:rPr>
              <a:t>）例如：手机，固定电话。如</a:t>
            </a:r>
            <a:r>
              <a:rPr lang="en-US" altLang="zh-CN" sz="1800" b="0" i="0" dirty="0">
                <a:solidFill>
                  <a:srgbClr val="333333"/>
                </a:solidFill>
                <a:effectLst/>
                <a:latin typeface="PingFang SC"/>
              </a:rPr>
              <a:t>Skype</a:t>
            </a:r>
          </a:p>
          <a:p>
            <a:pPr eaLnBrk="1" hangingPunct="1">
              <a:defRPr/>
            </a:pPr>
            <a:endParaRPr lang="en-US" altLang="zh-CN" sz="1600" b="0" i="1" dirty="0">
              <a:solidFill>
                <a:srgbClr val="333333"/>
              </a:solidFill>
              <a:effectLst/>
              <a:latin typeface="PingFang SC"/>
            </a:endParaRPr>
          </a:p>
          <a:p>
            <a:pPr eaLnBrk="1" hangingPunct="1">
              <a:defRPr/>
            </a:pPr>
            <a:r>
              <a:rPr lang="zh-CN" altLang="en-US" sz="1600" b="0" i="1" dirty="0">
                <a:solidFill>
                  <a:srgbClr val="121212"/>
                </a:solidFill>
                <a:effectLst/>
                <a:latin typeface="-apple-system"/>
              </a:rPr>
              <a:t>     软终端→</a:t>
            </a:r>
            <a:r>
              <a:rPr lang="en-US" altLang="zh-CN" sz="1600" b="0" i="1" dirty="0">
                <a:solidFill>
                  <a:srgbClr val="0070C0"/>
                </a:solidFill>
                <a:effectLst/>
                <a:latin typeface="-apple-system"/>
              </a:rPr>
              <a:t>SIP server→</a:t>
            </a:r>
            <a:r>
              <a:rPr lang="zh-CN" altLang="en-US" sz="1600" b="0" i="1" dirty="0">
                <a:solidFill>
                  <a:srgbClr val="121212"/>
                </a:solidFill>
                <a:effectLst/>
                <a:latin typeface="-apple-system"/>
              </a:rPr>
              <a:t>语音网关→运营商中继→</a:t>
            </a:r>
            <a:r>
              <a:rPr lang="en-US" altLang="zh-CN" sz="1600" b="0" i="1" dirty="0">
                <a:solidFill>
                  <a:srgbClr val="121212"/>
                </a:solidFill>
                <a:effectLst/>
                <a:latin typeface="-apple-system"/>
              </a:rPr>
              <a:t>PSTN</a:t>
            </a:r>
            <a:r>
              <a:rPr lang="zh-CN" altLang="en-US" sz="1600" b="0" i="1" dirty="0">
                <a:solidFill>
                  <a:srgbClr val="121212"/>
                </a:solidFill>
                <a:effectLst/>
                <a:latin typeface="-apple-system"/>
              </a:rPr>
              <a:t>终端</a:t>
            </a:r>
            <a:endParaRPr lang="en-US" altLang="zh-CN" sz="1600" b="0" i="1" dirty="0">
              <a:solidFill>
                <a:srgbClr val="121212"/>
              </a:solidFill>
              <a:effectLst/>
              <a:latin typeface="-apple-system"/>
            </a:endParaRPr>
          </a:p>
          <a:p>
            <a:pPr eaLnBrk="1" hangingPunct="1">
              <a:defRPr/>
            </a:pPr>
            <a:r>
              <a:rPr lang="en-US" altLang="zh-CN" sz="1600" b="0" i="1" dirty="0">
                <a:solidFill>
                  <a:srgbClr val="121212"/>
                </a:solidFill>
                <a:latin typeface="-apple-system"/>
              </a:rPr>
              <a:t>	                      </a:t>
            </a:r>
            <a:r>
              <a:rPr lang="en-US" altLang="zh-CN" sz="1600" b="0" i="1" dirty="0">
                <a:solidFill>
                  <a:srgbClr val="0070C0"/>
                </a:solidFill>
                <a:effectLst/>
                <a:latin typeface="-apple-system"/>
              </a:rPr>
              <a:t>→</a:t>
            </a:r>
            <a:r>
              <a:rPr lang="zh-CN" altLang="en-US" sz="1600" b="0" i="1" dirty="0">
                <a:solidFill>
                  <a:srgbClr val="121212"/>
                </a:solidFill>
                <a:effectLst/>
                <a:latin typeface="-apple-system"/>
              </a:rPr>
              <a:t>软终端</a:t>
            </a:r>
            <a:r>
              <a:rPr lang="en-US" altLang="zh-CN" sz="1600" b="0" i="1" dirty="0">
                <a:solidFill>
                  <a:srgbClr val="121212"/>
                </a:solidFill>
                <a:effectLst/>
                <a:latin typeface="-apple-system"/>
              </a:rPr>
              <a:t>(</a:t>
            </a:r>
            <a:r>
              <a:rPr lang="zh-CN" altLang="en-US" sz="1600" b="0" i="1" dirty="0">
                <a:solidFill>
                  <a:srgbClr val="333333"/>
                </a:solidFill>
                <a:effectLst/>
                <a:latin typeface="PingFang SC"/>
              </a:rPr>
              <a:t>纯网络</a:t>
            </a:r>
            <a:r>
              <a:rPr lang="en-US" altLang="zh-CN" sz="1600" b="0" i="1" dirty="0">
                <a:solidFill>
                  <a:srgbClr val="121212"/>
                </a:solidFill>
                <a:effectLst/>
                <a:latin typeface="-apple-system"/>
              </a:rPr>
              <a:t>)</a:t>
            </a:r>
            <a:endParaRPr lang="en-US" altLang="zh-CN" sz="1600" b="0" i="1" dirty="0"/>
          </a:p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07FD42-655F-4F04-A7DC-F8FC5FEBDBA1}"/>
              </a:ext>
            </a:extLst>
          </p:cNvPr>
          <p:cNvSpPr txBox="1"/>
          <p:nvPr/>
        </p:nvSpPr>
        <p:spPr>
          <a:xfrm>
            <a:off x="244474" y="1173379"/>
            <a:ext cx="88640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0" dirty="0">
                <a:solidFill>
                  <a:srgbClr val="FF0000"/>
                </a:solidFill>
              </a:rPr>
              <a:t>既然</a:t>
            </a:r>
            <a:r>
              <a:rPr lang="en-US" altLang="zh-CN" b="0" dirty="0">
                <a:solidFill>
                  <a:srgbClr val="FF0000"/>
                </a:solidFill>
              </a:rPr>
              <a:t>CSFB</a:t>
            </a:r>
            <a:r>
              <a:rPr lang="zh-CN" altLang="en-US" b="0" dirty="0">
                <a:solidFill>
                  <a:srgbClr val="FF0000"/>
                </a:solidFill>
              </a:rPr>
              <a:t>不是完美方案，就需要更优解。 </a:t>
            </a:r>
            <a:endParaRPr lang="en-US" altLang="zh-CN" b="0" dirty="0">
              <a:solidFill>
                <a:srgbClr val="FF0000"/>
              </a:solidFill>
            </a:endParaRPr>
          </a:p>
          <a:p>
            <a:pPr eaLnBrk="1" hangingPunct="1">
              <a:defRPr/>
            </a:pPr>
            <a:r>
              <a:rPr lang="en-US" altLang="zh-CN" b="0" dirty="0">
                <a:solidFill>
                  <a:srgbClr val="FF0000"/>
                </a:solidFill>
              </a:rPr>
              <a:t>PS</a:t>
            </a:r>
            <a:r>
              <a:rPr lang="zh-CN" altLang="en-US" b="0" dirty="0">
                <a:solidFill>
                  <a:srgbClr val="FF0000"/>
                </a:solidFill>
              </a:rPr>
              <a:t>真的无法语音通话吗？  非也</a:t>
            </a:r>
            <a:r>
              <a:rPr lang="en-US" altLang="zh-CN" b="0" dirty="0">
                <a:solidFill>
                  <a:srgbClr val="FF0000"/>
                </a:solidFill>
              </a:rPr>
              <a:t>!</a:t>
            </a:r>
          </a:p>
          <a:p>
            <a:pPr eaLnBrk="1" hangingPunct="1">
              <a:defRPr/>
            </a:pPr>
            <a:r>
              <a:rPr lang="zh-CN" altLang="en-US" b="0" dirty="0">
                <a:solidFill>
                  <a:srgbClr val="0066FF"/>
                </a:solidFill>
              </a:rPr>
              <a:t>让我们回到最初的问题，</a:t>
            </a:r>
            <a:r>
              <a:rPr lang="zh-CN" altLang="en-US" b="0" dirty="0">
                <a:solidFill>
                  <a:srgbClr val="FF0000"/>
                </a:solidFill>
              </a:rPr>
              <a:t>什么是</a:t>
            </a:r>
            <a:r>
              <a:rPr lang="en-US" altLang="zh-CN" b="0" dirty="0">
                <a:solidFill>
                  <a:srgbClr val="FF0000"/>
                </a:solidFill>
              </a:rPr>
              <a:t>SIP</a:t>
            </a:r>
            <a:r>
              <a:rPr lang="zh-CN" altLang="en-US" b="0" dirty="0">
                <a:solidFill>
                  <a:srgbClr val="0066FF"/>
                </a:solidFill>
              </a:rPr>
              <a:t>，它其实不是</a:t>
            </a:r>
            <a:r>
              <a:rPr lang="en-US" altLang="zh-CN" b="0" dirty="0">
                <a:solidFill>
                  <a:srgbClr val="0066FF"/>
                </a:solidFill>
              </a:rPr>
              <a:t>4G</a:t>
            </a:r>
            <a:r>
              <a:rPr lang="zh-CN" altLang="en-US" b="0" dirty="0">
                <a:solidFill>
                  <a:srgbClr val="0066FF"/>
                </a:solidFill>
              </a:rPr>
              <a:t>网络的产物，在</a:t>
            </a:r>
            <a:r>
              <a:rPr lang="en-US" altLang="zh-CN" b="0" dirty="0">
                <a:solidFill>
                  <a:srgbClr val="0066FF"/>
                </a:solidFill>
              </a:rPr>
              <a:t>3G</a:t>
            </a:r>
            <a:r>
              <a:rPr lang="zh-CN" altLang="en-US" b="0" dirty="0">
                <a:solidFill>
                  <a:srgbClr val="0066FF"/>
                </a:solidFill>
              </a:rPr>
              <a:t>网络时代就有这玩样了</a:t>
            </a:r>
            <a:r>
              <a:rPr lang="en-US" altLang="zh-CN" b="0" dirty="0">
                <a:solidFill>
                  <a:srgbClr val="0066FF"/>
                </a:solidFill>
              </a:rPr>
              <a:t>, </a:t>
            </a:r>
            <a:r>
              <a:rPr lang="zh-CN" altLang="en-US" b="0" dirty="0">
                <a:solidFill>
                  <a:srgbClr val="0066FF"/>
                </a:solidFill>
              </a:rPr>
              <a:t>而</a:t>
            </a:r>
            <a:r>
              <a:rPr lang="en-US" altLang="zh-CN" b="0" dirty="0">
                <a:solidFill>
                  <a:srgbClr val="0066FF"/>
                </a:solidFill>
              </a:rPr>
              <a:t>IMS</a:t>
            </a:r>
            <a:r>
              <a:rPr lang="zh-CN" altLang="en-US" b="0" dirty="0">
                <a:solidFill>
                  <a:srgbClr val="0066FF"/>
                </a:solidFill>
              </a:rPr>
              <a:t>是</a:t>
            </a:r>
            <a:r>
              <a:rPr lang="en-US" altLang="zh-CN" b="0" dirty="0">
                <a:solidFill>
                  <a:srgbClr val="0066FF"/>
                </a:solidFill>
              </a:rPr>
              <a:t>4G</a:t>
            </a:r>
            <a:r>
              <a:rPr lang="zh-CN" altLang="en-US" b="0" dirty="0">
                <a:solidFill>
                  <a:srgbClr val="0066FF"/>
                </a:solidFill>
              </a:rPr>
              <a:t>网络下基于</a:t>
            </a:r>
            <a:r>
              <a:rPr lang="en-US" altLang="zh-CN" b="0" dirty="0">
                <a:solidFill>
                  <a:srgbClr val="0066FF"/>
                </a:solidFill>
              </a:rPr>
              <a:t>SIP</a:t>
            </a:r>
            <a:r>
              <a:rPr lang="zh-CN" altLang="en-US" b="0" dirty="0">
                <a:solidFill>
                  <a:srgbClr val="0066FF"/>
                </a:solidFill>
              </a:rPr>
              <a:t>协议来实现的</a:t>
            </a:r>
            <a:endParaRPr lang="en-US" altLang="zh-CN" b="0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1970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>
            <a:extLst>
              <a:ext uri="{FF2B5EF4-FFF2-40B4-BE49-F238E27FC236}">
                <a16:creationId xmlns:a16="http://schemas.microsoft.com/office/drawing/2014/main" id="{9269FFA3-D714-40B7-B6E2-EFB501906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8195" name="标题 1">
            <a:extLst>
              <a:ext uri="{FF2B5EF4-FFF2-40B4-BE49-F238E27FC236}">
                <a16:creationId xmlns:a16="http://schemas.microsoft.com/office/drawing/2014/main" id="{20320BBE-37F5-4C31-A7FF-55EC6D92D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357813" cy="857250"/>
          </a:xfrm>
        </p:spPr>
        <p:txBody>
          <a:bodyPr/>
          <a:lstStyle/>
          <a:p>
            <a:r>
              <a:rPr lang="en-US" altLang="zh-CN" dirty="0"/>
              <a:t>IMS</a:t>
            </a:r>
            <a:endParaRPr lang="zh-CN" altLang="en-US" sz="2000" dirty="0"/>
          </a:p>
        </p:txBody>
      </p:sp>
      <p:sp>
        <p:nvSpPr>
          <p:cNvPr id="7172" name="TextBox 1">
            <a:extLst>
              <a:ext uri="{FF2B5EF4-FFF2-40B4-BE49-F238E27FC236}">
                <a16:creationId xmlns:a16="http://schemas.microsoft.com/office/drawing/2014/main" id="{451C0016-17D0-4ED5-A215-40D6FB2F83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75" y="1125538"/>
            <a:ext cx="8648700" cy="9233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b="0" dirty="0">
                <a:solidFill>
                  <a:srgbClr val="FF0000"/>
                </a:solidFill>
              </a:rPr>
              <a:t>LTE</a:t>
            </a:r>
            <a:r>
              <a:rPr lang="zh-CN" altLang="en-US" sz="1800" b="0" dirty="0">
                <a:solidFill>
                  <a:srgbClr val="FF0000"/>
                </a:solidFill>
              </a:rPr>
              <a:t>的杀手锏“</a:t>
            </a:r>
            <a:r>
              <a:rPr lang="en-US" altLang="zh-CN" sz="1800" b="0" dirty="0">
                <a:solidFill>
                  <a:srgbClr val="FF0000"/>
                </a:solidFill>
              </a:rPr>
              <a:t>IMS</a:t>
            </a:r>
            <a:r>
              <a:rPr lang="zh-CN" altLang="en-US" sz="1800" b="0" dirty="0">
                <a:solidFill>
                  <a:srgbClr val="FF0000"/>
                </a:solidFill>
              </a:rPr>
              <a:t>”问世</a:t>
            </a:r>
            <a:endParaRPr lang="en-US" altLang="zh-CN" sz="1800" b="0" dirty="0">
              <a:solidFill>
                <a:srgbClr val="FF0000"/>
              </a:solidFill>
            </a:endParaRPr>
          </a:p>
          <a:p>
            <a:pPr eaLnBrk="1" hangingPunct="1">
              <a:defRPr/>
            </a:pPr>
            <a:endParaRPr lang="en-US" altLang="zh-CN" b="0" dirty="0">
              <a:solidFill>
                <a:srgbClr val="0070C0"/>
              </a:solidFill>
              <a:latin typeface="+mj-ea"/>
              <a:ea typeface="+mj-ea"/>
            </a:endParaRPr>
          </a:p>
          <a:p>
            <a:pPr eaLnBrk="1" hangingPunct="1">
              <a:defRPr/>
            </a:pPr>
            <a:r>
              <a:rPr lang="zh-CN" altLang="en-US" b="0" dirty="0">
                <a:solidFill>
                  <a:srgbClr val="0070C0"/>
                </a:solidFill>
                <a:latin typeface="+mj-ea"/>
                <a:ea typeface="+mj-ea"/>
              </a:rPr>
              <a:t>无</a:t>
            </a:r>
            <a:r>
              <a:rPr lang="en-US" altLang="zh-CN" b="0" dirty="0">
                <a:solidFill>
                  <a:srgbClr val="0070C0"/>
                </a:solidFill>
                <a:latin typeface="+mj-ea"/>
                <a:ea typeface="+mj-ea"/>
              </a:rPr>
              <a:t>IMS</a:t>
            </a:r>
            <a:r>
              <a:rPr lang="zh-CN" altLang="en-US" b="0" dirty="0">
                <a:solidFill>
                  <a:srgbClr val="0070C0"/>
                </a:solidFill>
                <a:latin typeface="+mj-ea"/>
                <a:ea typeface="+mj-ea"/>
              </a:rPr>
              <a:t>时，运营商的网络情况是这样的</a:t>
            </a:r>
            <a:endParaRPr lang="en-US" altLang="zh-CN" b="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BC1C76E-6ABB-4782-90E1-E7806F849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5064" y="1994302"/>
            <a:ext cx="5707522" cy="3577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26EE809-B36C-4D30-AC86-911B24B9E6CF}"/>
              </a:ext>
            </a:extLst>
          </p:cNvPr>
          <p:cNvSpPr txBox="1"/>
          <p:nvPr/>
        </p:nvSpPr>
        <p:spPr>
          <a:xfrm>
            <a:off x="356357" y="5571799"/>
            <a:ext cx="84249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在这样的网络体系下，语音业务走 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PSTN 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网，而 数据业务走 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IP 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网。两个网络是分离的。 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96581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>
            <a:extLst>
              <a:ext uri="{FF2B5EF4-FFF2-40B4-BE49-F238E27FC236}">
                <a16:creationId xmlns:a16="http://schemas.microsoft.com/office/drawing/2014/main" id="{9269FFA3-D714-40B7-B6E2-EFB501906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8195" name="标题 1">
            <a:extLst>
              <a:ext uri="{FF2B5EF4-FFF2-40B4-BE49-F238E27FC236}">
                <a16:creationId xmlns:a16="http://schemas.microsoft.com/office/drawing/2014/main" id="{20320BBE-37F5-4C31-A7FF-55EC6D92D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357813" cy="857250"/>
          </a:xfrm>
        </p:spPr>
        <p:txBody>
          <a:bodyPr/>
          <a:lstStyle/>
          <a:p>
            <a:r>
              <a:rPr lang="en-US" altLang="zh-CN" dirty="0"/>
              <a:t>IMS</a:t>
            </a:r>
            <a:endParaRPr lang="zh-CN" altLang="en-US" sz="2000" dirty="0"/>
          </a:p>
        </p:txBody>
      </p:sp>
      <p:sp>
        <p:nvSpPr>
          <p:cNvPr id="7172" name="TextBox 1">
            <a:extLst>
              <a:ext uri="{FF2B5EF4-FFF2-40B4-BE49-F238E27FC236}">
                <a16:creationId xmlns:a16="http://schemas.microsoft.com/office/drawing/2014/main" id="{451C0016-17D0-4ED5-A215-40D6FB2F83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75" y="1125538"/>
            <a:ext cx="8648700" cy="64633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b="0" dirty="0">
                <a:solidFill>
                  <a:srgbClr val="0070C0"/>
                </a:solidFill>
                <a:latin typeface="+mj-ea"/>
                <a:ea typeface="+mj-ea"/>
              </a:rPr>
              <a:t>为了能在 </a:t>
            </a:r>
            <a:r>
              <a:rPr lang="en-US" altLang="zh-CN" b="0" dirty="0">
                <a:solidFill>
                  <a:srgbClr val="0070C0"/>
                </a:solidFill>
                <a:latin typeface="+mj-ea"/>
                <a:ea typeface="+mj-ea"/>
              </a:rPr>
              <a:t>4G </a:t>
            </a:r>
            <a:r>
              <a:rPr lang="zh-CN" altLang="en-US" b="0" dirty="0">
                <a:solidFill>
                  <a:srgbClr val="0070C0"/>
                </a:solidFill>
                <a:latin typeface="+mj-ea"/>
                <a:ea typeface="+mj-ea"/>
              </a:rPr>
              <a:t>网络中，完全 </a:t>
            </a:r>
            <a:r>
              <a:rPr lang="en-US" altLang="zh-CN" b="0" dirty="0">
                <a:solidFill>
                  <a:srgbClr val="0070C0"/>
                </a:solidFill>
                <a:latin typeface="+mj-ea"/>
                <a:ea typeface="+mj-ea"/>
              </a:rPr>
              <a:t>IP</a:t>
            </a:r>
            <a:r>
              <a:rPr lang="zh-CN" altLang="en-US" b="0" dirty="0">
                <a:solidFill>
                  <a:srgbClr val="0070C0"/>
                </a:solidFill>
                <a:latin typeface="+mj-ea"/>
                <a:ea typeface="+mj-ea"/>
              </a:rPr>
              <a:t>化语音业务，首先需要将这两个网络融合在一起。这个任务是由 </a:t>
            </a:r>
            <a:r>
              <a:rPr lang="en-US" altLang="zh-CN" b="0" dirty="0">
                <a:solidFill>
                  <a:srgbClr val="0070C0"/>
                </a:solidFill>
                <a:latin typeface="+mj-ea"/>
                <a:ea typeface="+mj-ea"/>
              </a:rPr>
              <a:t>IMS </a:t>
            </a:r>
            <a:r>
              <a:rPr lang="zh-CN" altLang="en-US" b="0" dirty="0">
                <a:solidFill>
                  <a:srgbClr val="0070C0"/>
                </a:solidFill>
                <a:latin typeface="+mj-ea"/>
                <a:ea typeface="+mj-ea"/>
              </a:rPr>
              <a:t>来完成的。</a:t>
            </a:r>
            <a:r>
              <a:rPr lang="en-US" altLang="zh-CN" b="0" dirty="0">
                <a:solidFill>
                  <a:srgbClr val="0070C0"/>
                </a:solidFill>
                <a:latin typeface="+mj-ea"/>
                <a:ea typeface="+mj-ea"/>
              </a:rPr>
              <a:t>IMS </a:t>
            </a:r>
            <a:r>
              <a:rPr lang="zh-CN" altLang="en-US" b="0" dirty="0">
                <a:solidFill>
                  <a:srgbClr val="0070C0"/>
                </a:solidFill>
                <a:latin typeface="+mj-ea"/>
                <a:ea typeface="+mj-ea"/>
              </a:rPr>
              <a:t>是一个很大的概念。它的核心协议 是 </a:t>
            </a:r>
            <a:r>
              <a:rPr lang="en-US" altLang="zh-CN" b="0" dirty="0">
                <a:solidFill>
                  <a:srgbClr val="0070C0"/>
                </a:solidFill>
                <a:latin typeface="+mj-ea"/>
                <a:ea typeface="+mj-ea"/>
              </a:rPr>
              <a:t>SIP </a:t>
            </a:r>
            <a:r>
              <a:rPr lang="zh-CN" altLang="en-US" b="0" dirty="0">
                <a:solidFill>
                  <a:srgbClr val="0070C0"/>
                </a:solidFill>
                <a:latin typeface="+mj-ea"/>
                <a:ea typeface="+mj-ea"/>
              </a:rPr>
              <a:t>。</a:t>
            </a:r>
            <a:endParaRPr lang="en-US" altLang="zh-CN" b="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26EE809-B36C-4D30-AC86-911B24B9E6CF}"/>
              </a:ext>
            </a:extLst>
          </p:cNvPr>
          <p:cNvSpPr txBox="1"/>
          <p:nvPr/>
        </p:nvSpPr>
        <p:spPr>
          <a:xfrm>
            <a:off x="239542" y="4993798"/>
            <a:ext cx="84249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上图显示了一个 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IMS 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网络，既连接了 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PSTN 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，也连接了 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PDN 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（公共数据网）。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UE 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接入了 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IMS 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网络后，可以进行电话业务，也可以使用数据业务。</a:t>
            </a:r>
          </a:p>
          <a:p>
            <a:pPr algn="l"/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在图的左侧，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UE 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通过 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E-UTRA(N) 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接入 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IMS 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。 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E-UTRAN 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（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Evolved Universal Terrestrial Radio Access (Network)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，演进的通用地面无线接入网络），属于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3GPP LTE 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的无线媒介，可以理解为 无线接入网。显然，对于 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4G 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网络， 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LTE 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基站正是属于这个部分。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6F362C7-8512-436E-A4DC-21A91B00E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949347"/>
            <a:ext cx="4752528" cy="2959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54903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>
            <a:extLst>
              <a:ext uri="{FF2B5EF4-FFF2-40B4-BE49-F238E27FC236}">
                <a16:creationId xmlns:a16="http://schemas.microsoft.com/office/drawing/2014/main" id="{FD73AE7B-2D92-4B3A-A294-58E8AD161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10243" name="标题 1">
            <a:extLst>
              <a:ext uri="{FF2B5EF4-FFF2-40B4-BE49-F238E27FC236}">
                <a16:creationId xmlns:a16="http://schemas.microsoft.com/office/drawing/2014/main" id="{C4E3DC72-7DB7-476E-97C5-9184F8EF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357813" cy="857250"/>
          </a:xfrm>
        </p:spPr>
        <p:txBody>
          <a:bodyPr/>
          <a:lstStyle/>
          <a:p>
            <a:r>
              <a:rPr lang="en-US" altLang="zh-CN" dirty="0"/>
              <a:t>IMS</a:t>
            </a:r>
            <a:endParaRPr lang="zh-CN" altLang="en-US" sz="2000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8129AFB1-7D05-4D65-A333-9559AA800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75" y="1125538"/>
            <a:ext cx="8648700" cy="10156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en-US" altLang="zh-CN" sz="2000" b="0" dirty="0"/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zh-CN" sz="2000" b="0" dirty="0">
                <a:solidFill>
                  <a:srgbClr val="0070C0"/>
                </a:solidFill>
              </a:rPr>
              <a:t>VoLTE</a:t>
            </a:r>
            <a:r>
              <a:rPr lang="zh-CN" altLang="en-US" sz="2000" b="0" dirty="0">
                <a:solidFill>
                  <a:srgbClr val="0070C0"/>
                </a:solidFill>
              </a:rPr>
              <a:t>（</a:t>
            </a:r>
            <a:r>
              <a:rPr lang="en-US" altLang="zh-CN" sz="2000" b="0" dirty="0">
                <a:solidFill>
                  <a:srgbClr val="0070C0"/>
                </a:solidFill>
              </a:rPr>
              <a:t>Voice over LTE</a:t>
            </a:r>
            <a:r>
              <a:rPr lang="zh-CN" altLang="en-US" sz="2000" b="0" dirty="0">
                <a:solidFill>
                  <a:srgbClr val="0070C0"/>
                </a:solidFill>
              </a:rPr>
              <a:t>）</a:t>
            </a:r>
            <a:endParaRPr lang="en-US" altLang="zh-CN" sz="2000" b="0" dirty="0">
              <a:solidFill>
                <a:srgbClr val="0070C0"/>
              </a:solidFill>
            </a:endParaRPr>
          </a:p>
          <a:p>
            <a:pPr eaLnBrk="1" hangingPunct="1">
              <a:defRPr/>
            </a:pPr>
            <a:r>
              <a:rPr lang="zh-CN" altLang="en-US" sz="2000" b="0" dirty="0"/>
              <a:t>顾名思义，</a:t>
            </a:r>
            <a:r>
              <a:rPr lang="en-US" altLang="zh-CN" sz="2000" b="0" dirty="0"/>
              <a:t>Voice over LTE</a:t>
            </a:r>
            <a:r>
              <a:rPr lang="zh-CN" altLang="en-US" sz="2000" b="0" dirty="0"/>
              <a:t>就是让语音通话可以在</a:t>
            </a:r>
            <a:r>
              <a:rPr lang="en-US" altLang="zh-CN" sz="2000" b="0" dirty="0"/>
              <a:t>LTE</a:t>
            </a:r>
            <a:r>
              <a:rPr lang="zh-CN" altLang="en-US" sz="2000" b="0" dirty="0"/>
              <a:t>下进行</a:t>
            </a:r>
            <a:endParaRPr lang="en-US" altLang="zh-CN" sz="2000" b="0" dirty="0"/>
          </a:p>
        </p:txBody>
      </p:sp>
      <p:pic>
        <p:nvPicPr>
          <p:cNvPr id="10245" name="图片 2">
            <a:extLst>
              <a:ext uri="{FF2B5EF4-FFF2-40B4-BE49-F238E27FC236}">
                <a16:creationId xmlns:a16="http://schemas.microsoft.com/office/drawing/2014/main" id="{29805CCA-FD80-48AB-8B06-39B345439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2963" y="920750"/>
            <a:ext cx="1951037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4">
            <a:extLst>
              <a:ext uri="{FF2B5EF4-FFF2-40B4-BE49-F238E27FC236}">
                <a16:creationId xmlns:a16="http://schemas.microsoft.com/office/drawing/2014/main" id="{665100C1-30DE-4AFF-A9B4-4A7A531F7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550" y="2846388"/>
            <a:ext cx="5372100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701F47A-7C60-4384-871F-0134852D82F1}"/>
              </a:ext>
            </a:extLst>
          </p:cNvPr>
          <p:cNvSpPr txBox="1"/>
          <p:nvPr/>
        </p:nvSpPr>
        <p:spPr>
          <a:xfrm>
            <a:off x="244475" y="3284538"/>
            <a:ext cx="3319463" cy="25860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/>
              <a:t>优点：</a:t>
            </a:r>
            <a:endParaRPr lang="en-US" altLang="zh-CN" dirty="0"/>
          </a:p>
          <a:p>
            <a:pPr marL="285750" indent="-285750"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b="0" dirty="0">
                <a:solidFill>
                  <a:srgbClr val="7030A0"/>
                </a:solidFill>
              </a:rPr>
              <a:t>高清</a:t>
            </a:r>
            <a:endParaRPr lang="en-US" altLang="zh-CN" b="0" dirty="0">
              <a:solidFill>
                <a:srgbClr val="7030A0"/>
              </a:solidFill>
            </a:endParaRPr>
          </a:p>
          <a:p>
            <a:pPr eaLnBrk="1" hangingPunct="1">
              <a:defRPr/>
            </a:pPr>
            <a:r>
              <a:rPr lang="en-US" altLang="zh-CN" b="0" dirty="0"/>
              <a:t>AMR-WB</a:t>
            </a:r>
            <a:r>
              <a:rPr lang="zh-CN" altLang="en-US" b="0" dirty="0"/>
              <a:t>编码，声音码率从</a:t>
            </a:r>
            <a:r>
              <a:rPr lang="en-US" altLang="zh-CN" b="0" dirty="0"/>
              <a:t>12.2kbps</a:t>
            </a:r>
            <a:r>
              <a:rPr lang="zh-CN" altLang="en-US" b="0" dirty="0"/>
              <a:t>提升到</a:t>
            </a:r>
            <a:r>
              <a:rPr lang="en-US" altLang="zh-CN" b="0" dirty="0"/>
              <a:t>23.85kbps</a:t>
            </a:r>
            <a:r>
              <a:rPr lang="zh-CN" altLang="en-US" b="0" dirty="0"/>
              <a:t>，同时还支持新的语音编码</a:t>
            </a:r>
            <a:r>
              <a:rPr lang="en-US" altLang="zh-CN" b="0" dirty="0"/>
              <a:t>EVS</a:t>
            </a:r>
          </a:p>
          <a:p>
            <a:pPr marL="285750" indent="-285750"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b="0" dirty="0">
                <a:solidFill>
                  <a:srgbClr val="7030A0"/>
                </a:solidFill>
              </a:rPr>
              <a:t>连接时间更短</a:t>
            </a:r>
            <a:endParaRPr lang="en-US" altLang="zh-CN" b="0" dirty="0">
              <a:solidFill>
                <a:srgbClr val="7030A0"/>
              </a:solidFill>
            </a:endParaRPr>
          </a:p>
          <a:p>
            <a:pPr eaLnBrk="1" hangingPunct="1">
              <a:defRPr/>
            </a:pPr>
            <a:r>
              <a:rPr lang="zh-CN" altLang="en-US" b="0" dirty="0">
                <a:solidFill>
                  <a:srgbClr val="000000"/>
                </a:solidFill>
              </a:rPr>
              <a:t>正常情况下，</a:t>
            </a:r>
            <a:r>
              <a:rPr lang="en-US" altLang="zh-CN" b="0" dirty="0">
                <a:solidFill>
                  <a:srgbClr val="000000"/>
                </a:solidFill>
              </a:rPr>
              <a:t>VoLTE</a:t>
            </a:r>
            <a:r>
              <a:rPr lang="zh-CN" altLang="en-US" b="0" dirty="0">
                <a:solidFill>
                  <a:srgbClr val="000000"/>
                </a:solidFill>
              </a:rPr>
              <a:t>电话的接通时间，是</a:t>
            </a:r>
            <a:r>
              <a:rPr lang="en-US" altLang="zh-CN" b="0" dirty="0">
                <a:solidFill>
                  <a:srgbClr val="000000"/>
                </a:solidFill>
              </a:rPr>
              <a:t>0.5-2</a:t>
            </a:r>
            <a:r>
              <a:rPr lang="zh-CN" altLang="en-US" b="0" dirty="0">
                <a:solidFill>
                  <a:srgbClr val="000000"/>
                </a:solidFill>
              </a:rPr>
              <a:t>秒。普通电话的接通时间，在</a:t>
            </a:r>
            <a:r>
              <a:rPr lang="en-US" altLang="zh-CN" b="0" dirty="0">
                <a:solidFill>
                  <a:srgbClr val="000000"/>
                </a:solidFill>
              </a:rPr>
              <a:t>5-8</a:t>
            </a:r>
            <a:r>
              <a:rPr lang="zh-CN" altLang="en-US" b="0" dirty="0">
                <a:solidFill>
                  <a:srgbClr val="000000"/>
                </a:solidFill>
              </a:rPr>
              <a:t>秒。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>
            <a:extLst>
              <a:ext uri="{FF2B5EF4-FFF2-40B4-BE49-F238E27FC236}">
                <a16:creationId xmlns:a16="http://schemas.microsoft.com/office/drawing/2014/main" id="{05CFF9ED-E677-41F5-9E1B-D57D8E4BB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11267" name="标题 1">
            <a:extLst>
              <a:ext uri="{FF2B5EF4-FFF2-40B4-BE49-F238E27FC236}">
                <a16:creationId xmlns:a16="http://schemas.microsoft.com/office/drawing/2014/main" id="{DCB6E909-3791-4564-8B46-C91383322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357813" cy="857250"/>
          </a:xfrm>
        </p:spPr>
        <p:txBody>
          <a:bodyPr/>
          <a:lstStyle/>
          <a:p>
            <a:r>
              <a:rPr lang="en-US" altLang="zh-CN" dirty="0"/>
              <a:t>IMS</a:t>
            </a:r>
            <a:endParaRPr lang="zh-CN" altLang="en-US" sz="2000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375863A5-7842-45D4-9B2F-D10EA86FF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75" y="1125538"/>
            <a:ext cx="8648700" cy="218521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en-US" altLang="zh-CN" sz="2000" b="0" dirty="0"/>
          </a:p>
          <a:p>
            <a:pPr eaLnBrk="1" hangingPunct="1">
              <a:defRPr/>
            </a:pPr>
            <a:endParaRPr lang="en-US" altLang="zh-CN" sz="2000" b="0" dirty="0"/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zh-CN" sz="2000" b="0" dirty="0" err="1">
                <a:solidFill>
                  <a:srgbClr val="0070C0"/>
                </a:solidFill>
              </a:rPr>
              <a:t>ViLTE</a:t>
            </a:r>
            <a:r>
              <a:rPr lang="zh-CN" altLang="en-US" sz="2000" b="0" dirty="0">
                <a:solidFill>
                  <a:srgbClr val="0070C0"/>
                </a:solidFill>
              </a:rPr>
              <a:t>（</a:t>
            </a:r>
            <a:r>
              <a:rPr lang="en-US" altLang="zh-CN" sz="2000" b="0" dirty="0">
                <a:solidFill>
                  <a:srgbClr val="0070C0"/>
                </a:solidFill>
              </a:rPr>
              <a:t>Video over LTE</a:t>
            </a:r>
            <a:r>
              <a:rPr lang="zh-CN" altLang="en-US" sz="2000" b="0" dirty="0">
                <a:solidFill>
                  <a:srgbClr val="0070C0"/>
                </a:solidFill>
              </a:rPr>
              <a:t>）</a:t>
            </a:r>
            <a:endParaRPr lang="en-US" altLang="zh-CN" sz="2000" b="0" dirty="0">
              <a:solidFill>
                <a:srgbClr val="0070C0"/>
              </a:solidFill>
            </a:endParaRPr>
          </a:p>
          <a:p>
            <a:pPr eaLnBrk="1" hangingPunct="1">
              <a:defRPr/>
            </a:pPr>
            <a:r>
              <a:rPr lang="zh-CN" altLang="en-US" sz="2000" b="0" dirty="0"/>
              <a:t>严格讲</a:t>
            </a:r>
            <a:r>
              <a:rPr lang="en-US" altLang="zh-CN" sz="2000" b="0" dirty="0" err="1"/>
              <a:t>ViLTE</a:t>
            </a:r>
            <a:r>
              <a:rPr lang="en-US" altLang="zh-CN" sz="2000" b="0" dirty="0"/>
              <a:t> </a:t>
            </a:r>
            <a:r>
              <a:rPr lang="zh-CN" altLang="en-US" sz="2000" b="0" dirty="0"/>
              <a:t>也是</a:t>
            </a:r>
            <a:r>
              <a:rPr lang="en-US" altLang="zh-CN" sz="2000" b="0" dirty="0"/>
              <a:t>VoLTE</a:t>
            </a:r>
            <a:r>
              <a:rPr lang="zh-CN" altLang="en-US" sz="2000" b="0" dirty="0"/>
              <a:t>的功能范围内，属于</a:t>
            </a:r>
            <a:r>
              <a:rPr lang="en-US" altLang="zh-CN" sz="2000" b="0" dirty="0"/>
              <a:t>VoLTE</a:t>
            </a:r>
            <a:r>
              <a:rPr lang="zh-CN" altLang="en-US" sz="2000" b="0" dirty="0"/>
              <a:t>的视频通话业务</a:t>
            </a:r>
            <a:endParaRPr lang="en-US" altLang="zh-CN" sz="2000" b="0" dirty="0"/>
          </a:p>
          <a:p>
            <a:pPr eaLnBrk="1" hangingPunct="1">
              <a:defRPr/>
            </a:pPr>
            <a:r>
              <a:rPr lang="en-US" altLang="zh-CN" b="0" dirty="0">
                <a:solidFill>
                  <a:srgbClr val="0070C0"/>
                </a:solidFill>
              </a:rPr>
              <a:t>2G/3G</a:t>
            </a:r>
            <a:r>
              <a:rPr lang="zh-CN" altLang="en-US" b="0" dirty="0">
                <a:solidFill>
                  <a:srgbClr val="0070C0"/>
                </a:solidFill>
              </a:rPr>
              <a:t>时代其实也是有视频通话的，</a:t>
            </a:r>
            <a:r>
              <a:rPr lang="en-US" altLang="zh-CN" b="0" dirty="0">
                <a:solidFill>
                  <a:srgbClr val="0070C0"/>
                </a:solidFill>
              </a:rPr>
              <a:t>CS Video Call</a:t>
            </a:r>
            <a:r>
              <a:rPr lang="zh-CN" altLang="en-US" b="0" dirty="0">
                <a:solidFill>
                  <a:srgbClr val="0070C0"/>
                </a:solidFill>
              </a:rPr>
              <a:t>，但是</a:t>
            </a:r>
            <a:r>
              <a:rPr lang="en-US" altLang="zh-CN" b="0" dirty="0">
                <a:solidFill>
                  <a:srgbClr val="0070C0"/>
                </a:solidFill>
              </a:rPr>
              <a:t>VoLTE</a:t>
            </a:r>
            <a:r>
              <a:rPr lang="zh-CN" altLang="en-US" b="0" dirty="0">
                <a:solidFill>
                  <a:srgbClr val="0070C0"/>
                </a:solidFill>
              </a:rPr>
              <a:t>视频通话的画质有明显的提升，借助</a:t>
            </a:r>
            <a:r>
              <a:rPr lang="en-US" altLang="zh-CN" b="0" dirty="0">
                <a:solidFill>
                  <a:srgbClr val="0070C0"/>
                </a:solidFill>
              </a:rPr>
              <a:t>LTE</a:t>
            </a:r>
            <a:r>
              <a:rPr lang="zh-CN" altLang="en-US" b="0" dirty="0">
                <a:solidFill>
                  <a:srgbClr val="0070C0"/>
                </a:solidFill>
              </a:rPr>
              <a:t>的带宽优势</a:t>
            </a:r>
            <a:endParaRPr lang="en-US" altLang="zh-CN" b="0" dirty="0">
              <a:solidFill>
                <a:srgbClr val="0070C0"/>
              </a:solidFill>
            </a:endParaRPr>
          </a:p>
          <a:p>
            <a:pPr eaLnBrk="1" hangingPunct="1">
              <a:defRPr/>
            </a:pPr>
            <a:endParaRPr lang="en-US" altLang="zh-CN" sz="2000" b="0" dirty="0"/>
          </a:p>
        </p:txBody>
      </p:sp>
      <p:pic>
        <p:nvPicPr>
          <p:cNvPr id="11269" name="图片 5">
            <a:extLst>
              <a:ext uri="{FF2B5EF4-FFF2-40B4-BE49-F238E27FC236}">
                <a16:creationId xmlns:a16="http://schemas.microsoft.com/office/drawing/2014/main" id="{61181379-51DC-49E3-AF8B-C4AB97A49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8325" y="957263"/>
            <a:ext cx="4752975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图片 6">
            <a:extLst>
              <a:ext uri="{FF2B5EF4-FFF2-40B4-BE49-F238E27FC236}">
                <a16:creationId xmlns:a16="http://schemas.microsoft.com/office/drawing/2014/main" id="{35988E3D-BB10-4EBA-9340-FF90D1291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2982913"/>
            <a:ext cx="6096000" cy="348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>
            <a:extLst>
              <a:ext uri="{FF2B5EF4-FFF2-40B4-BE49-F238E27FC236}">
                <a16:creationId xmlns:a16="http://schemas.microsoft.com/office/drawing/2014/main" id="{05CFF9ED-E677-41F5-9E1B-D57D8E4BB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11267" name="标题 1">
            <a:extLst>
              <a:ext uri="{FF2B5EF4-FFF2-40B4-BE49-F238E27FC236}">
                <a16:creationId xmlns:a16="http://schemas.microsoft.com/office/drawing/2014/main" id="{DCB6E909-3791-4564-8B46-C91383322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357813" cy="857250"/>
          </a:xfrm>
        </p:spPr>
        <p:txBody>
          <a:bodyPr/>
          <a:lstStyle/>
          <a:p>
            <a:r>
              <a:rPr lang="en-US" altLang="zh-CN" dirty="0"/>
              <a:t>IMS</a:t>
            </a:r>
            <a:endParaRPr lang="zh-CN" altLang="en-US" sz="2000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375863A5-7842-45D4-9B2F-D10EA86FF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75" y="1125538"/>
            <a:ext cx="8648700" cy="153888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en-US" altLang="zh-CN" sz="2000" b="0" dirty="0"/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zh-CN" sz="2000" b="0" dirty="0" err="1">
                <a:solidFill>
                  <a:srgbClr val="0070C0"/>
                </a:solidFill>
              </a:rPr>
              <a:t>VoWIFI</a:t>
            </a:r>
            <a:r>
              <a:rPr lang="zh-CN" altLang="en-US" sz="2000" b="0" dirty="0">
                <a:solidFill>
                  <a:srgbClr val="0070C0"/>
                </a:solidFill>
              </a:rPr>
              <a:t>（</a:t>
            </a:r>
            <a:r>
              <a:rPr lang="en-US" altLang="zh-CN" sz="2000" b="0" dirty="0">
                <a:solidFill>
                  <a:srgbClr val="0070C0"/>
                </a:solidFill>
              </a:rPr>
              <a:t>Video over WIFI</a:t>
            </a:r>
            <a:r>
              <a:rPr lang="zh-CN" altLang="en-US" sz="2000" b="0" dirty="0">
                <a:solidFill>
                  <a:srgbClr val="0070C0"/>
                </a:solidFill>
              </a:rPr>
              <a:t>）</a:t>
            </a:r>
            <a:endParaRPr lang="en-US" altLang="zh-CN" sz="2000" b="0" dirty="0">
              <a:solidFill>
                <a:srgbClr val="0070C0"/>
              </a:solidFill>
            </a:endParaRPr>
          </a:p>
          <a:p>
            <a:pPr eaLnBrk="1" hangingPunct="1">
              <a:defRPr/>
            </a:pPr>
            <a:r>
              <a:rPr lang="en-US" altLang="zh-CN" b="0" dirty="0"/>
              <a:t>VoWiFi </a:t>
            </a:r>
            <a:r>
              <a:rPr lang="zh-CN" altLang="en-US" b="0" dirty="0"/>
              <a:t>又叫做 </a:t>
            </a:r>
            <a:r>
              <a:rPr lang="en-US" altLang="zh-CN" b="0" dirty="0" err="1"/>
              <a:t>WiFi</a:t>
            </a:r>
            <a:r>
              <a:rPr lang="en-US" altLang="zh-CN" b="0" dirty="0"/>
              <a:t> Calling, LTE </a:t>
            </a:r>
            <a:r>
              <a:rPr lang="zh-CN" altLang="en-US" b="0" dirty="0"/>
              <a:t>可以是无线接入网，那么 </a:t>
            </a:r>
            <a:r>
              <a:rPr lang="en-US" altLang="zh-CN" b="0" dirty="0" err="1"/>
              <a:t>WiFi</a:t>
            </a:r>
            <a:r>
              <a:rPr lang="zh-CN" altLang="en-US" b="0" dirty="0"/>
              <a:t>是否可以做为 </a:t>
            </a:r>
            <a:r>
              <a:rPr lang="en-US" altLang="zh-CN" b="0" dirty="0"/>
              <a:t>IMS </a:t>
            </a:r>
            <a:r>
              <a:rPr lang="zh-CN" altLang="en-US" b="0" dirty="0"/>
              <a:t>的无线接入网呢？答案是可以的。所以，我们说， </a:t>
            </a:r>
            <a:r>
              <a:rPr lang="en-US" altLang="zh-CN" b="0" dirty="0"/>
              <a:t>VoWiFi </a:t>
            </a:r>
            <a:r>
              <a:rPr lang="zh-CN" altLang="en-US" b="0" dirty="0"/>
              <a:t>与 </a:t>
            </a:r>
            <a:r>
              <a:rPr lang="en-US" altLang="zh-CN" b="0" dirty="0"/>
              <a:t>VoLTE </a:t>
            </a:r>
            <a:r>
              <a:rPr lang="zh-CN" altLang="en-US" b="0" dirty="0"/>
              <a:t>是一个对等的概念。</a:t>
            </a:r>
            <a:endParaRPr lang="en-US" altLang="zh-CN" b="0"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538D5F5C-E7E0-4264-8518-41391A40D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012" y="2564904"/>
            <a:ext cx="4619625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0194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>
            <a:extLst>
              <a:ext uri="{FF2B5EF4-FFF2-40B4-BE49-F238E27FC236}">
                <a16:creationId xmlns:a16="http://schemas.microsoft.com/office/drawing/2014/main" id="{05CFF9ED-E677-41F5-9E1B-D57D8E4BB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11267" name="标题 1">
            <a:extLst>
              <a:ext uri="{FF2B5EF4-FFF2-40B4-BE49-F238E27FC236}">
                <a16:creationId xmlns:a16="http://schemas.microsoft.com/office/drawing/2014/main" id="{DCB6E909-3791-4564-8B46-C91383322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357813" cy="857250"/>
          </a:xfrm>
        </p:spPr>
        <p:txBody>
          <a:bodyPr/>
          <a:lstStyle/>
          <a:p>
            <a:r>
              <a:rPr lang="en-US" altLang="zh-CN" dirty="0"/>
              <a:t>IMS</a:t>
            </a:r>
            <a:endParaRPr lang="zh-CN" altLang="en-US" sz="2000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375863A5-7842-45D4-9B2F-D10EA86FF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75" y="1125538"/>
            <a:ext cx="8648700" cy="36933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b="0" i="0" dirty="0">
                <a:solidFill>
                  <a:srgbClr val="0070C0"/>
                </a:solidFill>
                <a:effectLst/>
                <a:latin typeface="-apple-system"/>
              </a:rPr>
              <a:t>VoWiFi </a:t>
            </a:r>
            <a:r>
              <a:rPr lang="zh-CN" altLang="en-US" b="0" i="0" dirty="0">
                <a:solidFill>
                  <a:srgbClr val="0070C0"/>
                </a:solidFill>
                <a:effectLst/>
                <a:latin typeface="-apple-system"/>
              </a:rPr>
              <a:t>有多种实现方案</a:t>
            </a:r>
            <a:endParaRPr lang="en-US" altLang="zh-CN" b="0" dirty="0">
              <a:solidFill>
                <a:srgbClr val="0070C0"/>
              </a:solidFill>
            </a:endParaRPr>
          </a:p>
        </p:txBody>
      </p:sp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1C09C1A6-FC1E-44B1-AFCC-628DA304A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566" y="1494870"/>
            <a:ext cx="6660517" cy="413435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1AD39B9-735E-41D9-B7A5-297D08357E95}"/>
              </a:ext>
            </a:extLst>
          </p:cNvPr>
          <p:cNvSpPr txBox="1"/>
          <p:nvPr/>
        </p:nvSpPr>
        <p:spPr>
          <a:xfrm>
            <a:off x="244474" y="5782537"/>
            <a:ext cx="85039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rgbClr val="0070C0"/>
                </a:solidFill>
              </a:rPr>
              <a:t>目前</a:t>
            </a:r>
            <a:r>
              <a:rPr lang="en-US" altLang="zh-CN" b="0" dirty="0">
                <a:solidFill>
                  <a:srgbClr val="0070C0"/>
                </a:solidFill>
              </a:rPr>
              <a:t>MTK </a:t>
            </a:r>
            <a:r>
              <a:rPr lang="zh-CN" altLang="en-US" b="0" dirty="0">
                <a:solidFill>
                  <a:srgbClr val="0070C0"/>
                </a:solidFill>
              </a:rPr>
              <a:t>展锐普遍支持的</a:t>
            </a:r>
            <a:r>
              <a:rPr lang="en-US" altLang="zh-CN" b="0" dirty="0" err="1">
                <a:solidFill>
                  <a:srgbClr val="0070C0"/>
                </a:solidFill>
              </a:rPr>
              <a:t>VoWIFI</a:t>
            </a:r>
            <a:r>
              <a:rPr lang="zh-CN" altLang="en-US" b="0" dirty="0">
                <a:solidFill>
                  <a:srgbClr val="0070C0"/>
                </a:solidFill>
              </a:rPr>
              <a:t>就是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非可信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Wi-Fi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接入的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VoWiFi</a:t>
            </a:r>
          </a:p>
          <a:p>
            <a:br>
              <a:rPr lang="en-US" altLang="zh-CN" dirty="0"/>
            </a:br>
            <a:endParaRPr lang="zh-CN" altLang="en-US" b="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6585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>
            <a:extLst>
              <a:ext uri="{FF2B5EF4-FFF2-40B4-BE49-F238E27FC236}">
                <a16:creationId xmlns:a16="http://schemas.microsoft.com/office/drawing/2014/main" id="{05CFF9ED-E677-41F5-9E1B-D57D8E4BB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11267" name="标题 1">
            <a:extLst>
              <a:ext uri="{FF2B5EF4-FFF2-40B4-BE49-F238E27FC236}">
                <a16:creationId xmlns:a16="http://schemas.microsoft.com/office/drawing/2014/main" id="{DCB6E909-3791-4564-8B46-C91383322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357813" cy="857250"/>
          </a:xfrm>
        </p:spPr>
        <p:txBody>
          <a:bodyPr/>
          <a:lstStyle/>
          <a:p>
            <a:r>
              <a:rPr lang="en-US" altLang="zh-CN" dirty="0"/>
              <a:t>IMS</a:t>
            </a:r>
            <a:endParaRPr lang="zh-CN" altLang="en-US" sz="2000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375863A5-7842-45D4-9B2F-D10EA86FF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75" y="1125538"/>
            <a:ext cx="8648700" cy="36933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b="0" i="0" dirty="0">
                <a:solidFill>
                  <a:srgbClr val="0070C0"/>
                </a:solidFill>
                <a:effectLst/>
                <a:latin typeface="-apple-system"/>
              </a:rPr>
              <a:t>非可信</a:t>
            </a:r>
            <a:r>
              <a:rPr lang="en-US" altLang="zh-CN" b="0" i="0" dirty="0">
                <a:solidFill>
                  <a:srgbClr val="0070C0"/>
                </a:solidFill>
                <a:effectLst/>
                <a:latin typeface="-apple-system"/>
              </a:rPr>
              <a:t>Wi-Fi</a:t>
            </a:r>
            <a:r>
              <a:rPr lang="zh-CN" altLang="en-US" b="0" i="0" dirty="0">
                <a:solidFill>
                  <a:srgbClr val="0070C0"/>
                </a:solidFill>
                <a:effectLst/>
                <a:latin typeface="-apple-system"/>
              </a:rPr>
              <a:t>接入的</a:t>
            </a:r>
            <a:r>
              <a:rPr lang="en-US" altLang="zh-CN" b="0" i="0" dirty="0">
                <a:solidFill>
                  <a:srgbClr val="0070C0"/>
                </a:solidFill>
                <a:effectLst/>
                <a:latin typeface="-apple-system"/>
              </a:rPr>
              <a:t>VoWiFi</a:t>
            </a:r>
            <a:endParaRPr lang="en-US" altLang="zh-CN" b="0" dirty="0">
              <a:solidFill>
                <a:srgbClr val="0070C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36FEAF7-2E87-4490-9CCA-D6B963083F37}"/>
              </a:ext>
            </a:extLst>
          </p:cNvPr>
          <p:cNvSpPr txBox="1"/>
          <p:nvPr/>
        </p:nvSpPr>
        <p:spPr>
          <a:xfrm>
            <a:off x="214880" y="1519400"/>
            <a:ext cx="86487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 err="1">
                <a:solidFill>
                  <a:srgbClr val="121212"/>
                </a:solidFill>
                <a:effectLst/>
                <a:latin typeface="-apple-system"/>
              </a:rPr>
              <a:t>ePDG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 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（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Evolved Packet Data Gateway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）作为非可信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Wi-Fi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网络接入方式下的必备网元。 终端通过非可信 </a:t>
            </a:r>
            <a:r>
              <a:rPr lang="en-US" altLang="zh-CN" b="0" i="0" dirty="0" err="1">
                <a:solidFill>
                  <a:srgbClr val="121212"/>
                </a:solidFill>
                <a:effectLst/>
                <a:latin typeface="-apple-system"/>
              </a:rPr>
              <a:t>WiFi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 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接入后</a:t>
            </a:r>
            <a:r>
              <a:rPr lang="en-US" altLang="zh-CN" b="0" i="0" dirty="0" err="1">
                <a:solidFill>
                  <a:srgbClr val="121212"/>
                </a:solidFill>
                <a:effectLst/>
                <a:latin typeface="-apple-system"/>
              </a:rPr>
              <a:t>ePDG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后，通过 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AAA 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服务器和 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HSS 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完成终端身份鉴权。鉴权方式采用基于基于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SIM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卡 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(EAP-AKA/EAP-SIM)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的鉴权，整个过程用户无感知。</a:t>
            </a:r>
            <a:r>
              <a:rPr lang="en-US" altLang="zh-CN" b="0" i="0" dirty="0" err="1">
                <a:solidFill>
                  <a:srgbClr val="121212"/>
                </a:solidFill>
                <a:effectLst/>
                <a:latin typeface="-apple-system"/>
              </a:rPr>
              <a:t>WiFi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终端到 </a:t>
            </a:r>
            <a:r>
              <a:rPr lang="en-US" altLang="zh-CN" b="0" i="0" dirty="0" err="1">
                <a:solidFill>
                  <a:srgbClr val="121212"/>
                </a:solidFill>
                <a:effectLst/>
                <a:latin typeface="-apple-system"/>
              </a:rPr>
              <a:t>ePDG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 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之间建立</a:t>
            </a:r>
            <a:r>
              <a:rPr lang="en-US" altLang="zh-CN" b="0" i="0" dirty="0" err="1">
                <a:solidFill>
                  <a:srgbClr val="121212"/>
                </a:solidFill>
                <a:effectLst/>
                <a:latin typeface="-apple-system"/>
              </a:rPr>
              <a:t>IPSec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通道，确保信息安全传输。</a:t>
            </a:r>
            <a:endParaRPr lang="zh-CN" altLang="en-US" dirty="0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5CB00FBB-D2FA-415B-92EC-F21ABE9C1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425" y="2804772"/>
            <a:ext cx="64008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15415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>
            <a:extLst>
              <a:ext uri="{FF2B5EF4-FFF2-40B4-BE49-F238E27FC236}">
                <a16:creationId xmlns:a16="http://schemas.microsoft.com/office/drawing/2014/main" id="{05CFF9ED-E677-41F5-9E1B-D57D8E4BB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11267" name="标题 1">
            <a:extLst>
              <a:ext uri="{FF2B5EF4-FFF2-40B4-BE49-F238E27FC236}">
                <a16:creationId xmlns:a16="http://schemas.microsoft.com/office/drawing/2014/main" id="{DCB6E909-3791-4564-8B46-C91383322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357813" cy="857250"/>
          </a:xfrm>
        </p:spPr>
        <p:txBody>
          <a:bodyPr/>
          <a:lstStyle/>
          <a:p>
            <a:r>
              <a:rPr lang="en-US" altLang="zh-CN" dirty="0"/>
              <a:t>IMS</a:t>
            </a:r>
            <a:endParaRPr lang="zh-CN" altLang="en-US" sz="2000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375863A5-7842-45D4-9B2F-D10EA86FF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75" y="1125538"/>
            <a:ext cx="4831581" cy="138499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zh-CN" b="0" dirty="0">
                <a:solidFill>
                  <a:srgbClr val="0070C0"/>
                </a:solidFill>
              </a:rPr>
              <a:t>IMS </a:t>
            </a:r>
            <a:r>
              <a:rPr lang="zh-CN" altLang="en-US" b="0" dirty="0">
                <a:solidFill>
                  <a:srgbClr val="0070C0"/>
                </a:solidFill>
              </a:rPr>
              <a:t>常见需求</a:t>
            </a:r>
            <a:endParaRPr lang="en-US" altLang="zh-CN" b="0" dirty="0">
              <a:solidFill>
                <a:srgbClr val="0070C0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endParaRPr lang="en-US" altLang="zh-CN" b="0" dirty="0">
              <a:solidFill>
                <a:srgbClr val="0070C0"/>
              </a:solidFill>
            </a:endParaRPr>
          </a:p>
          <a:p>
            <a:pPr marL="342900" indent="-342900" eaLnBrk="1" hangingPunct="1">
              <a:buFont typeface="+mj-lt"/>
              <a:buAutoNum type="arabicPeriod"/>
              <a:defRPr/>
            </a:pPr>
            <a:r>
              <a:rPr lang="en-US" altLang="zh-CN" sz="1600" b="0" dirty="0"/>
              <a:t>IMS registration header requirement</a:t>
            </a:r>
          </a:p>
          <a:p>
            <a:pPr eaLnBrk="1" hangingPunct="1">
              <a:defRPr/>
            </a:pPr>
            <a:r>
              <a:rPr lang="zh-CN" altLang="en-US" sz="1600" b="0" dirty="0"/>
              <a:t>① </a:t>
            </a:r>
            <a:r>
              <a:rPr lang="en-US" altLang="zh-CN" sz="1600" b="0" dirty="0"/>
              <a:t>UA  </a:t>
            </a:r>
            <a:r>
              <a:rPr lang="zh-CN" altLang="en-US" sz="1600" b="0" dirty="0"/>
              <a:t>② </a:t>
            </a:r>
            <a:r>
              <a:rPr lang="en-US" altLang="zh-CN" sz="1600" b="0" dirty="0"/>
              <a:t>IMSI </a:t>
            </a:r>
            <a:r>
              <a:rPr lang="zh-CN" altLang="en-US" sz="1600" b="0" dirty="0"/>
              <a:t>③</a:t>
            </a:r>
            <a:r>
              <a:rPr lang="en-US" altLang="zh-CN" sz="1600" b="0" dirty="0"/>
              <a:t>PANI(P-Access-Network-Info)</a:t>
            </a:r>
          </a:p>
          <a:p>
            <a:pPr eaLnBrk="1" hangingPunct="1">
              <a:defRPr/>
            </a:pPr>
            <a:r>
              <a:rPr lang="zh-CN" altLang="en-US" sz="1600" b="0" dirty="0"/>
              <a:t>展锐</a:t>
            </a:r>
            <a:r>
              <a:rPr lang="en-US" altLang="zh-CN" sz="1600" b="0" dirty="0"/>
              <a:t>VoLTE</a:t>
            </a:r>
            <a:r>
              <a:rPr lang="zh-CN" altLang="en-US" sz="1600" b="0" dirty="0"/>
              <a:t>和</a:t>
            </a:r>
            <a:r>
              <a:rPr lang="en-US" altLang="zh-CN" sz="1600" b="0" dirty="0" err="1"/>
              <a:t>Vowifi</a:t>
            </a:r>
            <a:r>
              <a:rPr lang="zh-CN" altLang="en-US" sz="1600" b="0" dirty="0"/>
              <a:t>下查看工具不同</a:t>
            </a:r>
            <a:endParaRPr lang="en-US" altLang="zh-CN" sz="1600" b="0" dirty="0"/>
          </a:p>
        </p:txBody>
      </p:sp>
      <p:pic>
        <p:nvPicPr>
          <p:cNvPr id="3" name="图片 2" descr="图形用户界面, 文本, 应用程序, 电子邮件&#10;&#10;描述已自动生成">
            <a:extLst>
              <a:ext uri="{FF2B5EF4-FFF2-40B4-BE49-F238E27FC236}">
                <a16:creationId xmlns:a16="http://schemas.microsoft.com/office/drawing/2014/main" id="{9DC07825-5F45-4D3E-BF26-FD0743BBF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049" y="2537163"/>
            <a:ext cx="7461902" cy="386030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0B3333E-78DC-48BE-B57C-8322F0901603}"/>
              </a:ext>
            </a:extLst>
          </p:cNvPr>
          <p:cNvSpPr txBox="1"/>
          <p:nvPr/>
        </p:nvSpPr>
        <p:spPr>
          <a:xfrm>
            <a:off x="4355976" y="1196752"/>
            <a:ext cx="454354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200" i="1" dirty="0">
                <a:solidFill>
                  <a:srgbClr val="002060"/>
                </a:solidFill>
                <a:effectLst/>
                <a:ea typeface="Microsoft YaHei" panose="020B0503020204020204" pitchFamily="34" charset="-122"/>
              </a:rPr>
              <a:t>COS-12 [MASP]IMS registration header </a:t>
            </a:r>
            <a:r>
              <a:rPr lang="en-US" altLang="zh-CN" sz="1200" i="1" dirty="0" err="1">
                <a:solidFill>
                  <a:srgbClr val="002060"/>
                </a:solidFill>
                <a:effectLst/>
                <a:ea typeface="Microsoft YaHei" panose="020B0503020204020204" pitchFamily="34" charset="-122"/>
              </a:rPr>
              <a:t>requiremen</a:t>
            </a:r>
            <a:r>
              <a:rPr lang="en-US" altLang="zh-CN" sz="1200" i="1" dirty="0">
                <a:solidFill>
                  <a:srgbClr val="002060"/>
                </a:solidFill>
                <a:effectLst/>
                <a:ea typeface="Microsoft YaHei" panose="020B0503020204020204" pitchFamily="34" charset="-122"/>
              </a:rPr>
              <a:t> , clear phone name in User Agent</a:t>
            </a:r>
          </a:p>
          <a:p>
            <a:pPr marL="68580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200" i="1" dirty="0">
                <a:solidFill>
                  <a:srgbClr val="002060"/>
                </a:solidFill>
                <a:effectLst/>
                <a:ea typeface="Microsoft YaHei" panose="020B0503020204020204" pitchFamily="34" charset="-122"/>
              </a:rPr>
              <a:t>COS-17 [MASP]</a:t>
            </a:r>
            <a:r>
              <a:rPr lang="en-US" altLang="zh-CN" sz="1200" i="1" dirty="0" err="1">
                <a:solidFill>
                  <a:srgbClr val="002060"/>
                </a:solidFill>
                <a:effectLst/>
                <a:ea typeface="Microsoft YaHei" panose="020B0503020204020204" pitchFamily="34" charset="-122"/>
              </a:rPr>
              <a:t>UserAgent</a:t>
            </a:r>
            <a:r>
              <a:rPr lang="en-US" altLang="zh-CN" sz="1200" i="1" dirty="0">
                <a:solidFill>
                  <a:srgbClr val="002060"/>
                </a:solidFill>
                <a:effectLst/>
                <a:ea typeface="Microsoft YaHei" panose="020B0503020204020204" pitchFamily="34" charset="-122"/>
              </a:rPr>
              <a:t> in SIP Invite </a:t>
            </a:r>
            <a:r>
              <a:rPr lang="en-US" altLang="zh-CN" sz="1200" i="1" dirty="0" err="1">
                <a:solidFill>
                  <a:srgbClr val="002060"/>
                </a:solidFill>
                <a:effectLst/>
                <a:ea typeface="Microsoft YaHei" panose="020B0503020204020204" pitchFamily="34" charset="-122"/>
              </a:rPr>
              <a:t>inclued</a:t>
            </a:r>
            <a:r>
              <a:rPr lang="en-US" altLang="zh-CN" sz="1200" i="1" dirty="0">
                <a:solidFill>
                  <a:srgbClr val="002060"/>
                </a:solidFill>
                <a:effectLst/>
                <a:ea typeface="Microsoft YaHei" panose="020B0503020204020204" pitchFamily="34" charset="-122"/>
              </a:rPr>
              <a:t> </a:t>
            </a:r>
            <a:r>
              <a:rPr lang="en-US" altLang="zh-CN" sz="1200" i="1" dirty="0" err="1">
                <a:solidFill>
                  <a:srgbClr val="002060"/>
                </a:solidFill>
                <a:effectLst/>
                <a:ea typeface="Microsoft YaHei" panose="020B0503020204020204" pitchFamily="34" charset="-122"/>
              </a:rPr>
              <a:t>Device,FW</a:t>
            </a:r>
            <a:r>
              <a:rPr lang="en-US" altLang="zh-CN" sz="1200" i="1" dirty="0">
                <a:solidFill>
                  <a:srgbClr val="002060"/>
                </a:solidFill>
                <a:effectLst/>
                <a:ea typeface="Microsoft YaHei" panose="020B0503020204020204" pitchFamily="34" charset="-122"/>
              </a:rPr>
              <a:t> </a:t>
            </a:r>
            <a:r>
              <a:rPr lang="en-US" altLang="zh-CN" sz="1200" i="1" dirty="0" err="1">
                <a:solidFill>
                  <a:srgbClr val="002060"/>
                </a:solidFill>
                <a:effectLst/>
                <a:ea typeface="Microsoft YaHei" panose="020B0503020204020204" pitchFamily="34" charset="-122"/>
              </a:rPr>
              <a:t>version,IMS</a:t>
            </a:r>
            <a:r>
              <a:rPr lang="en-US" altLang="zh-CN" sz="1200" i="1" dirty="0">
                <a:solidFill>
                  <a:srgbClr val="002060"/>
                </a:solidFill>
                <a:effectLst/>
                <a:ea typeface="Microsoft YaHei" panose="020B0503020204020204" pitchFamily="34" charset="-122"/>
              </a:rPr>
              <a:t> stack version</a:t>
            </a:r>
          </a:p>
          <a:p>
            <a:pPr marL="68580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200" i="1" dirty="0">
                <a:solidFill>
                  <a:srgbClr val="002060"/>
                </a:solidFill>
                <a:effectLst/>
                <a:ea typeface="Microsoft YaHei" panose="020B0503020204020204" pitchFamily="34" charset="-122"/>
              </a:rPr>
              <a:t>COS-30 [MASP]SIP </a:t>
            </a:r>
            <a:r>
              <a:rPr lang="en-US" altLang="zh-CN" sz="1200" i="1" dirty="0" err="1">
                <a:solidFill>
                  <a:srgbClr val="002060"/>
                </a:solidFill>
                <a:effectLst/>
                <a:ea typeface="Microsoft YaHei" panose="020B0503020204020204" pitchFamily="34" charset="-122"/>
              </a:rPr>
              <a:t>UserAgent</a:t>
            </a:r>
            <a:r>
              <a:rPr lang="en-US" altLang="zh-CN" sz="1200" i="1" dirty="0">
                <a:solidFill>
                  <a:srgbClr val="002060"/>
                </a:solidFill>
                <a:effectLst/>
                <a:ea typeface="Microsoft YaHei" panose="020B0503020204020204" pitchFamily="34" charset="-122"/>
              </a:rPr>
              <a:t>  Swisscom Switzerland (22801) SIP UA contain the device manufacturer, device model, device firmware version, OS version and SIP stack version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19299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>
            <a:extLst>
              <a:ext uri="{FF2B5EF4-FFF2-40B4-BE49-F238E27FC236}">
                <a16:creationId xmlns:a16="http://schemas.microsoft.com/office/drawing/2014/main" id="{05CFF9ED-E677-41F5-9E1B-D57D8E4BB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11267" name="标题 1">
            <a:extLst>
              <a:ext uri="{FF2B5EF4-FFF2-40B4-BE49-F238E27FC236}">
                <a16:creationId xmlns:a16="http://schemas.microsoft.com/office/drawing/2014/main" id="{DCB6E909-3791-4564-8B46-C91383322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357813" cy="857250"/>
          </a:xfrm>
        </p:spPr>
        <p:txBody>
          <a:bodyPr/>
          <a:lstStyle/>
          <a:p>
            <a:r>
              <a:rPr lang="en-US" altLang="zh-CN" dirty="0"/>
              <a:t>IMS</a:t>
            </a:r>
            <a:endParaRPr lang="zh-CN" altLang="en-US" sz="2000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375863A5-7842-45D4-9B2F-D10EA86FF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75" y="1125538"/>
            <a:ext cx="8143949" cy="31085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zh-CN" b="0" dirty="0">
                <a:solidFill>
                  <a:srgbClr val="0070C0"/>
                </a:solidFill>
              </a:rPr>
              <a:t>IMS </a:t>
            </a:r>
            <a:r>
              <a:rPr lang="zh-CN" altLang="en-US" b="0" dirty="0">
                <a:solidFill>
                  <a:srgbClr val="0070C0"/>
                </a:solidFill>
              </a:rPr>
              <a:t>常见需求</a:t>
            </a:r>
            <a:endParaRPr lang="en-US" altLang="zh-CN" b="0" dirty="0">
              <a:solidFill>
                <a:srgbClr val="0070C0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endParaRPr lang="en-US" altLang="zh-CN" b="0" dirty="0">
              <a:solidFill>
                <a:srgbClr val="0070C0"/>
              </a:solidFill>
            </a:endParaRPr>
          </a:p>
          <a:p>
            <a:pPr eaLnBrk="1" hangingPunct="1">
              <a:defRPr/>
            </a:pPr>
            <a:r>
              <a:rPr lang="en-US" altLang="zh-CN" sz="1600" b="0" dirty="0"/>
              <a:t>2. Calling preference option</a:t>
            </a:r>
          </a:p>
          <a:p>
            <a:pPr eaLnBrk="1" hangingPunct="1">
              <a:defRPr/>
            </a:pPr>
            <a:r>
              <a:rPr lang="zh-CN" altLang="en-US" sz="1600" b="0" dirty="0"/>
              <a:t>① </a:t>
            </a:r>
            <a:r>
              <a:rPr lang="en-US" altLang="zh-CN" sz="1600" b="0" dirty="0"/>
              <a:t>Cellular preferred </a:t>
            </a:r>
            <a:r>
              <a:rPr lang="zh-CN" altLang="en-US" sz="1600" b="0" dirty="0"/>
              <a:t>② </a:t>
            </a:r>
            <a:r>
              <a:rPr lang="en-US" altLang="zh-CN" sz="1600" b="0" dirty="0" err="1"/>
              <a:t>WiFi</a:t>
            </a:r>
            <a:r>
              <a:rPr lang="en-US" altLang="zh-CN" sz="1600" b="0" dirty="0"/>
              <a:t> preferred </a:t>
            </a:r>
          </a:p>
          <a:p>
            <a:pPr eaLnBrk="1" hangingPunct="1">
              <a:defRPr/>
            </a:pPr>
            <a:endParaRPr lang="en-US" altLang="zh-CN" sz="1600" b="0" dirty="0"/>
          </a:p>
          <a:p>
            <a:pPr eaLnBrk="1" hangingPunct="1">
              <a:defRPr/>
            </a:pPr>
            <a:r>
              <a:rPr lang="zh-CN" altLang="en-US" sz="1600" b="0" dirty="0"/>
              <a:t>一般</a:t>
            </a:r>
            <a:r>
              <a:rPr lang="en-US" altLang="zh-CN" sz="1600" b="0" dirty="0"/>
              <a:t>WIFI Calling</a:t>
            </a:r>
            <a:r>
              <a:rPr lang="zh-CN" altLang="en-US" sz="1600" b="0" dirty="0"/>
              <a:t>（</a:t>
            </a:r>
            <a:r>
              <a:rPr lang="en-US" altLang="zh-CN" sz="1600" b="0" dirty="0" err="1"/>
              <a:t>VoWIFI</a:t>
            </a:r>
            <a:r>
              <a:rPr lang="zh-CN" altLang="en-US" sz="1600" b="0" dirty="0"/>
              <a:t>）菜单设置下有该设置，该设置的作用</a:t>
            </a:r>
            <a:r>
              <a:rPr lang="en-US" altLang="zh-CN" sz="1600" b="0" dirty="0"/>
              <a:t>IMS </a:t>
            </a:r>
            <a:r>
              <a:rPr lang="zh-CN" altLang="en-US" sz="1600" b="0" dirty="0"/>
              <a:t>通话是</a:t>
            </a:r>
            <a:r>
              <a:rPr lang="en-US" altLang="zh-CN" sz="1600" b="0" dirty="0" err="1"/>
              <a:t>VoWIFI</a:t>
            </a:r>
            <a:r>
              <a:rPr lang="zh-CN" altLang="en-US" sz="1600" b="0" dirty="0"/>
              <a:t>优先还</a:t>
            </a:r>
            <a:r>
              <a:rPr lang="en-US" altLang="zh-CN" sz="1600" b="0" dirty="0"/>
              <a:t>VoLTE</a:t>
            </a:r>
            <a:r>
              <a:rPr lang="zh-CN" altLang="en-US" sz="1600" b="0" dirty="0"/>
              <a:t>优先，</a:t>
            </a:r>
            <a:r>
              <a:rPr lang="en-US" altLang="zh-CN" sz="1600" b="0" dirty="0"/>
              <a:t>Android </a:t>
            </a:r>
            <a:r>
              <a:rPr lang="zh-CN" altLang="en-US" sz="1600" b="0" dirty="0"/>
              <a:t>默认有两个</a:t>
            </a:r>
            <a:r>
              <a:rPr lang="en-US" altLang="zh-CN" sz="1600" b="0" dirty="0" err="1"/>
              <a:t>CarrierConfig</a:t>
            </a:r>
            <a:r>
              <a:rPr lang="en-US" altLang="zh-CN" sz="1600" b="0" dirty="0"/>
              <a:t> </a:t>
            </a:r>
            <a:r>
              <a:rPr lang="zh-CN" altLang="en-US" sz="1600" b="0" dirty="0"/>
              <a:t>可以控制该菜单是否可以被编辑和默认哪个优先 </a:t>
            </a:r>
            <a:r>
              <a:rPr lang="en-US" altLang="zh-CN" sz="1600" b="0" dirty="0"/>
              <a:t>"</a:t>
            </a:r>
            <a:r>
              <a:rPr lang="en-US" altLang="zh-CN" sz="1600" b="0" dirty="0" err="1"/>
              <a:t>editable_wfc_mode_bool</a:t>
            </a:r>
            <a:r>
              <a:rPr lang="en-US" altLang="zh-CN" sz="1600" b="0" dirty="0"/>
              <a:t>" and "</a:t>
            </a:r>
            <a:r>
              <a:rPr lang="en-US" altLang="zh-CN" sz="1600" b="0" dirty="0" err="1"/>
              <a:t>carrier_default_wfc_ims_mode_int</a:t>
            </a:r>
            <a:r>
              <a:rPr lang="en-US" altLang="zh-CN" sz="1600" b="0" dirty="0"/>
              <a:t>"</a:t>
            </a:r>
          </a:p>
          <a:p>
            <a:pPr eaLnBrk="1" hangingPunct="1">
              <a:defRPr/>
            </a:pPr>
            <a:endParaRPr lang="en-US" altLang="zh-CN" sz="1600" b="0" dirty="0"/>
          </a:p>
          <a:p>
            <a:pPr eaLnBrk="1" hangingPunct="1">
              <a:defRPr/>
            </a:pPr>
            <a:r>
              <a:rPr lang="en-US" altLang="zh-CN" sz="1600" b="0" dirty="0"/>
              <a:t>COS-36 [MASP]Calling preference option should be hidden in Wi-Fi Calling settings</a:t>
            </a:r>
          </a:p>
          <a:p>
            <a:pPr eaLnBrk="1" hangingPunct="1">
              <a:defRPr/>
            </a:pPr>
            <a:r>
              <a:rPr lang="en-US" altLang="zh-CN" sz="1600" b="0" dirty="0"/>
              <a:t>COS-250 [MASP]</a:t>
            </a:r>
            <a:r>
              <a:rPr lang="en-US" altLang="zh-CN" sz="1600" b="0" dirty="0" err="1"/>
              <a:t>Wifi</a:t>
            </a:r>
            <a:r>
              <a:rPr lang="en-US" altLang="zh-CN" sz="1600" b="0" dirty="0"/>
              <a:t> preferred should not be selectable to end user</a:t>
            </a:r>
          </a:p>
          <a:p>
            <a:pPr eaLnBrk="1" hangingPunct="1">
              <a:defRPr/>
            </a:pPr>
            <a:r>
              <a:rPr lang="en-US" altLang="zh-CN" sz="1600" b="0" dirty="0"/>
              <a:t>COS-401 [MASP]</a:t>
            </a:r>
            <a:r>
              <a:rPr lang="en-US" altLang="zh-CN" sz="1600" b="0" dirty="0" err="1"/>
              <a:t>Vowifi</a:t>
            </a:r>
            <a:r>
              <a:rPr lang="en-US" altLang="zh-CN" sz="1600" b="0" dirty="0"/>
              <a:t> IMS preferred mode for national roaming</a:t>
            </a:r>
          </a:p>
        </p:txBody>
      </p:sp>
      <p:pic>
        <p:nvPicPr>
          <p:cNvPr id="8" name="图片 7" descr="表格&#10;&#10;描述已自动生成">
            <a:extLst>
              <a:ext uri="{FF2B5EF4-FFF2-40B4-BE49-F238E27FC236}">
                <a16:creationId xmlns:a16="http://schemas.microsoft.com/office/drawing/2014/main" id="{D0B01CBF-C52F-43AF-AFC6-0262BBA0D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31" y="4339974"/>
            <a:ext cx="8116433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8916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>
            <a:extLst>
              <a:ext uri="{FF2B5EF4-FFF2-40B4-BE49-F238E27FC236}">
                <a16:creationId xmlns:a16="http://schemas.microsoft.com/office/drawing/2014/main" id="{05CFF9ED-E677-41F5-9E1B-D57D8E4BB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11267" name="标题 1">
            <a:extLst>
              <a:ext uri="{FF2B5EF4-FFF2-40B4-BE49-F238E27FC236}">
                <a16:creationId xmlns:a16="http://schemas.microsoft.com/office/drawing/2014/main" id="{DCB6E909-3791-4564-8B46-C91383322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357813" cy="857250"/>
          </a:xfrm>
        </p:spPr>
        <p:txBody>
          <a:bodyPr/>
          <a:lstStyle/>
          <a:p>
            <a:r>
              <a:rPr lang="en-US" altLang="zh-CN" dirty="0"/>
              <a:t>IMS</a:t>
            </a:r>
            <a:endParaRPr lang="zh-CN" altLang="en-US" sz="2000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375863A5-7842-45D4-9B2F-D10EA86FF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75" y="1125538"/>
            <a:ext cx="8143949" cy="14465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zh-CN" b="0" dirty="0">
                <a:solidFill>
                  <a:srgbClr val="0070C0"/>
                </a:solidFill>
              </a:rPr>
              <a:t>IMS </a:t>
            </a:r>
            <a:r>
              <a:rPr lang="zh-CN" altLang="en-US" b="0" dirty="0">
                <a:solidFill>
                  <a:srgbClr val="0070C0"/>
                </a:solidFill>
              </a:rPr>
              <a:t>常见配置</a:t>
            </a:r>
            <a:endParaRPr lang="en-US" altLang="zh-CN" b="0" dirty="0">
              <a:solidFill>
                <a:srgbClr val="0070C0"/>
              </a:solidFill>
            </a:endParaRPr>
          </a:p>
          <a:p>
            <a:pPr eaLnBrk="1" hangingPunct="1">
              <a:defRPr/>
            </a:pPr>
            <a:endParaRPr lang="en-US" altLang="zh-CN" b="0" dirty="0">
              <a:solidFill>
                <a:srgbClr val="0070C0"/>
              </a:solidFill>
            </a:endParaRPr>
          </a:p>
          <a:p>
            <a:pPr eaLnBrk="1" hangingPunct="1">
              <a:defRPr/>
            </a:pPr>
            <a:endParaRPr lang="en-US" altLang="zh-CN" b="0" dirty="0">
              <a:solidFill>
                <a:srgbClr val="0070C0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endParaRPr lang="en-US" altLang="zh-CN" b="0" dirty="0">
              <a:solidFill>
                <a:srgbClr val="0070C0"/>
              </a:solidFill>
            </a:endParaRPr>
          </a:p>
          <a:p>
            <a:pPr eaLnBrk="1" hangingPunct="1">
              <a:defRPr/>
            </a:pPr>
            <a:endParaRPr lang="en-US" altLang="zh-CN" sz="1600" b="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1CB7A88-8A12-4021-A44B-EEF07CBF47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5973068"/>
              </p:ext>
            </p:extLst>
          </p:nvPr>
        </p:nvGraphicFramePr>
        <p:xfrm>
          <a:off x="3922280" y="1125538"/>
          <a:ext cx="9144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914400" imgH="828521" progId="Excel.Sheet.12">
                  <p:embed/>
                </p:oleObj>
              </mc:Choice>
              <mc:Fallback>
                <p:oleObj name="Worksheet" showAsIcon="1" r:id="rId2" imgW="914400" imgH="828521" progId="Excel.Sheet.12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21CB7A88-8A12-4021-A44B-EEF07CBF47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22280" y="1125538"/>
                        <a:ext cx="914400" cy="82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A287FE23-E6C1-4C98-A474-9F2FF924081F}"/>
              </a:ext>
            </a:extLst>
          </p:cNvPr>
          <p:cNvSpPr txBox="1"/>
          <p:nvPr/>
        </p:nvSpPr>
        <p:spPr>
          <a:xfrm>
            <a:off x="389731" y="5767244"/>
            <a:ext cx="8143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dirty="0"/>
              <a:t>可做一定了解，展锐支持部分参数通过</a:t>
            </a:r>
            <a:r>
              <a:rPr lang="en-US" altLang="zh-CN" b="0" dirty="0"/>
              <a:t>Modem Operator NV</a:t>
            </a:r>
            <a:r>
              <a:rPr lang="zh-CN" altLang="en-US" b="0" dirty="0"/>
              <a:t>配置如</a:t>
            </a:r>
            <a:r>
              <a:rPr lang="en-US" altLang="zh-CN" b="0" dirty="0"/>
              <a:t>VoLTE</a:t>
            </a:r>
            <a:r>
              <a:rPr lang="zh-CN" altLang="en-US" b="0" dirty="0"/>
              <a:t>开启关闭，</a:t>
            </a:r>
            <a:r>
              <a:rPr lang="en-US" altLang="zh-CN" b="0" dirty="0"/>
              <a:t>VoLTE EVS</a:t>
            </a:r>
            <a:r>
              <a:rPr lang="zh-CN" altLang="en-US" b="0" dirty="0"/>
              <a:t>的开关，</a:t>
            </a:r>
            <a:r>
              <a:rPr lang="en-US" altLang="zh-CN" b="0" dirty="0"/>
              <a:t>Ring Timer</a:t>
            </a:r>
            <a:r>
              <a:rPr lang="zh-CN" altLang="en-US" b="0" dirty="0"/>
              <a:t>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C7BBB75-CDC0-4F81-AF49-A8340EB07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88" y="1700808"/>
            <a:ext cx="7560840" cy="395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5556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>
            <a:extLst>
              <a:ext uri="{FF2B5EF4-FFF2-40B4-BE49-F238E27FC236}">
                <a16:creationId xmlns:a16="http://schemas.microsoft.com/office/drawing/2014/main" id="{05CFF9ED-E677-41F5-9E1B-D57D8E4BB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11267" name="标题 1">
            <a:extLst>
              <a:ext uri="{FF2B5EF4-FFF2-40B4-BE49-F238E27FC236}">
                <a16:creationId xmlns:a16="http://schemas.microsoft.com/office/drawing/2014/main" id="{DCB6E909-3791-4564-8B46-C91383322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357813" cy="857250"/>
          </a:xfrm>
        </p:spPr>
        <p:txBody>
          <a:bodyPr/>
          <a:lstStyle/>
          <a:p>
            <a:r>
              <a:rPr lang="en-US" altLang="zh-CN" dirty="0"/>
              <a:t>IMS</a:t>
            </a:r>
            <a:endParaRPr lang="zh-CN" altLang="en-US" sz="2000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375863A5-7842-45D4-9B2F-D10EA86FF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75" y="1125538"/>
            <a:ext cx="8143949" cy="273921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zh-CN" b="0" dirty="0">
                <a:solidFill>
                  <a:srgbClr val="0070C0"/>
                </a:solidFill>
              </a:rPr>
              <a:t>SS over XCAP/Ut(IMS) (</a:t>
            </a:r>
            <a:r>
              <a:rPr lang="zh-CN" altLang="en-US" b="0" dirty="0">
                <a:solidFill>
                  <a:srgbClr val="0070C0"/>
                </a:solidFill>
              </a:rPr>
              <a:t>以</a:t>
            </a:r>
            <a:r>
              <a:rPr lang="en-US" altLang="zh-CN" b="0" dirty="0">
                <a:solidFill>
                  <a:srgbClr val="0070C0"/>
                </a:solidFill>
              </a:rPr>
              <a:t>MTK</a:t>
            </a:r>
            <a:r>
              <a:rPr lang="zh-CN" altLang="en-US" b="0" dirty="0">
                <a:solidFill>
                  <a:srgbClr val="0070C0"/>
                </a:solidFill>
              </a:rPr>
              <a:t>流程做介绍</a:t>
            </a:r>
            <a:r>
              <a:rPr lang="en-US" altLang="zh-CN" b="0" dirty="0">
                <a:solidFill>
                  <a:srgbClr val="0070C0"/>
                </a:solidFill>
              </a:rPr>
              <a:t>) </a:t>
            </a:r>
            <a:r>
              <a:rPr lang="en-US" altLang="zh-CN" sz="1100" b="0" dirty="0">
                <a:solidFill>
                  <a:srgbClr val="0070C0"/>
                </a:solidFill>
              </a:rPr>
              <a:t>https://online.mediatek.com/QuickStart/QS00136</a:t>
            </a:r>
          </a:p>
          <a:p>
            <a:pPr algn="l"/>
            <a:r>
              <a:rPr lang="en-US" altLang="zh-CN" sz="1200" b="1" i="0" dirty="0">
                <a:solidFill>
                  <a:srgbClr val="FF0000"/>
                </a:solidFill>
                <a:effectLst/>
                <a:latin typeface="RionaSans"/>
              </a:rPr>
              <a:t>Domain selection </a:t>
            </a:r>
            <a:r>
              <a:rPr lang="zh-CN" altLang="en-US" sz="1200" b="1" i="0" dirty="0">
                <a:solidFill>
                  <a:srgbClr val="FF0000"/>
                </a:solidFill>
                <a:effectLst/>
                <a:latin typeface="RionaSans"/>
              </a:rPr>
              <a:t>的过程分为四个步骤：</a:t>
            </a:r>
            <a:endParaRPr lang="zh-CN" altLang="en-US" sz="1200" b="0" i="0" dirty="0">
              <a:solidFill>
                <a:srgbClr val="353630"/>
              </a:solidFill>
              <a:effectLst/>
              <a:latin typeface="RionaSans"/>
            </a:endParaRPr>
          </a:p>
          <a:p>
            <a:pPr algn="l"/>
            <a:r>
              <a:rPr lang="en-US" altLang="zh-CN" sz="1200" b="0" i="0" dirty="0">
                <a:solidFill>
                  <a:srgbClr val="3366FF"/>
                </a:solidFill>
                <a:effectLst/>
                <a:latin typeface="RionaSans"/>
              </a:rPr>
              <a:t>Step 1: Special Case</a:t>
            </a:r>
            <a:r>
              <a:rPr lang="zh-CN" altLang="en-US" sz="1200" b="0" i="0" dirty="0">
                <a:solidFill>
                  <a:srgbClr val="35363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：条件成立则直接使用获取的</a:t>
            </a:r>
            <a:r>
              <a:rPr lang="en-US" altLang="zh-CN" sz="1200" b="0" i="0" dirty="0">
                <a:solidFill>
                  <a:srgbClr val="353630"/>
                </a:solidFill>
                <a:effectLst/>
                <a:latin typeface="RionaSans"/>
              </a:rPr>
              <a:t>path type</a:t>
            </a:r>
          </a:p>
          <a:p>
            <a:pPr algn="l"/>
            <a:r>
              <a:rPr lang="en-US" altLang="zh-CN" sz="1200" b="0" i="0" dirty="0">
                <a:solidFill>
                  <a:srgbClr val="3366FF"/>
                </a:solidFill>
                <a:effectLst/>
                <a:latin typeface="RionaSans"/>
              </a:rPr>
              <a:t>Step 2: Normal Case</a:t>
            </a:r>
            <a:r>
              <a:rPr lang="zh-CN" altLang="en-US" sz="1200" b="0" i="0" dirty="0">
                <a:solidFill>
                  <a:srgbClr val="3366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200" b="0" i="0" dirty="0">
                <a:solidFill>
                  <a:srgbClr val="35363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根据</a:t>
            </a:r>
            <a:r>
              <a:rPr lang="en-US" altLang="zh-CN" sz="1200" b="0" i="0" dirty="0" err="1">
                <a:solidFill>
                  <a:srgbClr val="353630"/>
                </a:solidFill>
                <a:effectLst/>
                <a:latin typeface="RionaSans"/>
              </a:rPr>
              <a:t>ims</a:t>
            </a:r>
            <a:r>
              <a:rPr lang="zh-CN" altLang="en-US" sz="1200" b="0" i="0" dirty="0">
                <a:solidFill>
                  <a:srgbClr val="35363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是否注册、</a:t>
            </a:r>
            <a:r>
              <a:rPr lang="en-US" altLang="zh-CN" sz="1200" b="0" i="0" dirty="0">
                <a:solidFill>
                  <a:srgbClr val="353630"/>
                </a:solidFill>
                <a:effectLst/>
                <a:latin typeface="RionaSans"/>
              </a:rPr>
              <a:t>PS only</a:t>
            </a:r>
            <a:r>
              <a:rPr lang="zh-CN" altLang="en-US" sz="1200" b="0" i="0" dirty="0">
                <a:solidFill>
                  <a:srgbClr val="35363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200" b="0" i="0" dirty="0">
                <a:solidFill>
                  <a:srgbClr val="353630"/>
                </a:solidFill>
                <a:effectLst/>
                <a:latin typeface="RionaSans"/>
              </a:rPr>
              <a:t>CS only table </a:t>
            </a:r>
            <a:r>
              <a:rPr lang="zh-CN" altLang="en-US" sz="1200" b="0" i="0" dirty="0">
                <a:solidFill>
                  <a:srgbClr val="35363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获取一个初始的</a:t>
            </a:r>
            <a:r>
              <a:rPr lang="en-US" altLang="zh-CN" sz="1200" b="0" i="0" dirty="0">
                <a:solidFill>
                  <a:srgbClr val="353630"/>
                </a:solidFill>
                <a:effectLst/>
                <a:latin typeface="RionaSans"/>
              </a:rPr>
              <a:t>path type</a:t>
            </a:r>
          </a:p>
          <a:p>
            <a:pPr algn="l"/>
            <a:r>
              <a:rPr lang="en-US" altLang="zh-CN" sz="1200" b="0" i="0" dirty="0">
                <a:solidFill>
                  <a:srgbClr val="3366FF"/>
                </a:solidFill>
                <a:effectLst/>
                <a:latin typeface="RionaSans"/>
              </a:rPr>
              <a:t>Step 3: Special SS Command Case</a:t>
            </a:r>
            <a:r>
              <a:rPr lang="zh-CN" altLang="en-US" sz="1200" b="0" i="0" dirty="0">
                <a:solidFill>
                  <a:srgbClr val="35363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200" b="0" i="0" dirty="0">
                <a:solidFill>
                  <a:srgbClr val="353630"/>
                </a:solidFill>
                <a:effectLst/>
                <a:latin typeface="RionaSans"/>
              </a:rPr>
              <a:t>normal case </a:t>
            </a:r>
            <a:r>
              <a:rPr lang="zh-CN" altLang="en-US" sz="1200" b="0" i="0" dirty="0">
                <a:solidFill>
                  <a:srgbClr val="35363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获取的</a:t>
            </a:r>
            <a:r>
              <a:rPr lang="en-US" altLang="zh-CN" sz="1200" b="0" i="0" dirty="0">
                <a:solidFill>
                  <a:srgbClr val="353630"/>
                </a:solidFill>
                <a:effectLst/>
                <a:latin typeface="RionaSans"/>
              </a:rPr>
              <a:t>path type </a:t>
            </a:r>
            <a:r>
              <a:rPr lang="zh-CN" altLang="en-US" sz="1200" b="0" i="0" dirty="0">
                <a:solidFill>
                  <a:srgbClr val="35363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保留，像</a:t>
            </a:r>
            <a:r>
              <a:rPr lang="en-US" altLang="zh-CN" sz="1200" b="0" i="0" dirty="0">
                <a:solidFill>
                  <a:srgbClr val="353630"/>
                </a:solidFill>
                <a:effectLst/>
                <a:latin typeface="RionaSans"/>
              </a:rPr>
              <a:t>CLIR</a:t>
            </a:r>
            <a:r>
              <a:rPr lang="zh-CN" altLang="en-US" sz="1200" b="0" i="0" dirty="0">
                <a:solidFill>
                  <a:srgbClr val="35363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200" b="0" i="0" dirty="0">
                <a:solidFill>
                  <a:srgbClr val="353630"/>
                </a:solidFill>
                <a:effectLst/>
                <a:latin typeface="RionaSans"/>
              </a:rPr>
              <a:t>call waiting</a:t>
            </a:r>
            <a:r>
              <a:rPr lang="zh-CN" altLang="en-US" sz="1200" b="0" i="0" dirty="0">
                <a:solidFill>
                  <a:srgbClr val="35363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200" b="0" i="0" dirty="0">
                <a:solidFill>
                  <a:srgbClr val="353630"/>
                </a:solidFill>
                <a:effectLst/>
                <a:latin typeface="RionaSans"/>
              </a:rPr>
              <a:t>call barring</a:t>
            </a:r>
            <a:r>
              <a:rPr lang="zh-CN" altLang="en-US" sz="1200" b="0" i="0" dirty="0">
                <a:solidFill>
                  <a:srgbClr val="35363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等</a:t>
            </a:r>
            <a:r>
              <a:rPr lang="en-US" altLang="zh-CN" sz="1200" b="0" i="0" dirty="0">
                <a:solidFill>
                  <a:srgbClr val="353630"/>
                </a:solidFill>
                <a:effectLst/>
                <a:latin typeface="RionaSans"/>
              </a:rPr>
              <a:t>special</a:t>
            </a:r>
            <a:r>
              <a:rPr lang="zh-CN" altLang="en-US" sz="1200" b="0" i="0" dirty="0">
                <a:solidFill>
                  <a:srgbClr val="35363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1200" b="0" i="0" dirty="0">
                <a:solidFill>
                  <a:srgbClr val="353630"/>
                </a:solidFill>
                <a:effectLst/>
                <a:latin typeface="RionaSans"/>
              </a:rPr>
              <a:t>ss </a:t>
            </a:r>
            <a:r>
              <a:rPr lang="zh-CN" altLang="en-US" sz="1200" b="0" i="0" dirty="0">
                <a:solidFill>
                  <a:srgbClr val="35363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操作会根据不同的运营商、不同的类型</a:t>
            </a:r>
            <a:r>
              <a:rPr lang="zh-CN" altLang="en-US" sz="1200" b="0" i="0" dirty="0">
                <a:solidFill>
                  <a:srgbClr val="353630"/>
                </a:solidFill>
                <a:effectLst/>
                <a:latin typeface="RionaSans"/>
              </a:rPr>
              <a:t> </a:t>
            </a:r>
            <a:r>
              <a:rPr lang="zh-CN" altLang="en-US" sz="1200" b="0" i="0" dirty="0">
                <a:solidFill>
                  <a:srgbClr val="35363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获取特殊的</a:t>
            </a:r>
            <a:r>
              <a:rPr lang="en-US" altLang="zh-CN" sz="1200" b="0" i="0" dirty="0">
                <a:solidFill>
                  <a:srgbClr val="353630"/>
                </a:solidFill>
                <a:effectLst/>
                <a:latin typeface="RionaSans"/>
              </a:rPr>
              <a:t>path type</a:t>
            </a:r>
            <a:r>
              <a:rPr lang="zh-CN" altLang="en-US" sz="1200" b="0" i="0" dirty="0">
                <a:solidFill>
                  <a:srgbClr val="35363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200" b="0" i="0" dirty="0">
                <a:solidFill>
                  <a:srgbClr val="353630"/>
                </a:solidFill>
                <a:effectLst/>
                <a:latin typeface="RionaSans"/>
              </a:rPr>
              <a:t> </a:t>
            </a:r>
            <a:r>
              <a:rPr lang="zh-CN" altLang="en-US" sz="1200" b="0" i="0" dirty="0">
                <a:solidFill>
                  <a:srgbClr val="35363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如果条件成立则使用</a:t>
            </a:r>
            <a:r>
              <a:rPr lang="en-US" altLang="zh-CN" sz="1200" b="0" i="0" dirty="0">
                <a:solidFill>
                  <a:srgbClr val="353630"/>
                </a:solidFill>
                <a:effectLst/>
                <a:latin typeface="RionaSans"/>
              </a:rPr>
              <a:t>special SS command case </a:t>
            </a:r>
            <a:r>
              <a:rPr lang="zh-CN" altLang="en-US" sz="1200" b="0" i="0" dirty="0">
                <a:solidFill>
                  <a:srgbClr val="35363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获取的</a:t>
            </a:r>
            <a:r>
              <a:rPr lang="en-US" altLang="zh-CN" sz="1200" b="0" i="0" dirty="0">
                <a:solidFill>
                  <a:srgbClr val="353630"/>
                </a:solidFill>
                <a:effectLst/>
                <a:latin typeface="RionaSans"/>
              </a:rPr>
              <a:t>path type</a:t>
            </a:r>
            <a:r>
              <a:rPr lang="zh-CN" altLang="en-US" sz="1200" b="0" i="0" dirty="0">
                <a:solidFill>
                  <a:srgbClr val="35363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，否则使用</a:t>
            </a:r>
            <a:r>
              <a:rPr lang="en-US" altLang="zh-CN" sz="1200" b="0" i="0" dirty="0">
                <a:solidFill>
                  <a:srgbClr val="353630"/>
                </a:solidFill>
                <a:effectLst/>
                <a:latin typeface="RionaSans"/>
              </a:rPr>
              <a:t>normal </a:t>
            </a:r>
            <a:r>
              <a:rPr lang="en-US" altLang="zh-CN" sz="1200" b="0" i="0" dirty="0" err="1">
                <a:solidFill>
                  <a:srgbClr val="353630"/>
                </a:solidFill>
                <a:effectLst/>
                <a:latin typeface="RionaSans"/>
              </a:rPr>
              <a:t>caes</a:t>
            </a:r>
            <a:r>
              <a:rPr lang="en-US" altLang="zh-CN" sz="1200" b="0" i="0" dirty="0">
                <a:solidFill>
                  <a:srgbClr val="353630"/>
                </a:solidFill>
                <a:effectLst/>
                <a:latin typeface="RionaSans"/>
              </a:rPr>
              <a:t> </a:t>
            </a:r>
            <a:r>
              <a:rPr lang="zh-CN" altLang="en-US" sz="1200" b="0" i="0" dirty="0">
                <a:solidFill>
                  <a:srgbClr val="35363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获取的</a:t>
            </a:r>
            <a:r>
              <a:rPr lang="en-US" altLang="zh-CN" sz="1200" b="0" i="0" dirty="0">
                <a:solidFill>
                  <a:srgbClr val="353630"/>
                </a:solidFill>
                <a:effectLst/>
                <a:latin typeface="RionaSans"/>
              </a:rPr>
              <a:t>path type</a:t>
            </a:r>
          </a:p>
          <a:p>
            <a:pPr algn="l"/>
            <a:r>
              <a:rPr lang="en-US" altLang="zh-CN" sz="1200" b="0" i="0" dirty="0">
                <a:solidFill>
                  <a:srgbClr val="3366FF"/>
                </a:solidFill>
                <a:effectLst/>
                <a:latin typeface="RionaSans"/>
              </a:rPr>
              <a:t>Step 4: Is Any Call Exist:</a:t>
            </a:r>
            <a:r>
              <a:rPr lang="en-US" altLang="zh-CN" sz="1200" b="0" i="0" dirty="0">
                <a:solidFill>
                  <a:srgbClr val="353630"/>
                </a:solidFill>
                <a:effectLst/>
                <a:latin typeface="RionaSans"/>
              </a:rPr>
              <a:t> call</a:t>
            </a:r>
            <a:r>
              <a:rPr lang="zh-CN" altLang="en-US" sz="1200" b="0" i="0" dirty="0">
                <a:solidFill>
                  <a:srgbClr val="35363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的存在会直接影响</a:t>
            </a:r>
            <a:r>
              <a:rPr lang="en-US" altLang="zh-CN" sz="1200" b="0" i="0" dirty="0">
                <a:solidFill>
                  <a:srgbClr val="353630"/>
                </a:solidFill>
                <a:effectLst/>
                <a:latin typeface="RionaSans"/>
              </a:rPr>
              <a:t>SS</a:t>
            </a:r>
            <a:r>
              <a:rPr lang="zh-CN" altLang="en-US" sz="1200" b="0" i="0" dirty="0">
                <a:solidFill>
                  <a:srgbClr val="35363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的正常执行</a:t>
            </a:r>
            <a:endParaRPr lang="zh-CN" altLang="en-US" sz="1200" b="0" i="0" dirty="0">
              <a:solidFill>
                <a:srgbClr val="353630"/>
              </a:solidFill>
              <a:effectLst/>
              <a:latin typeface="RionaSans"/>
            </a:endParaRPr>
          </a:p>
          <a:p>
            <a:pPr eaLnBrk="1" hangingPunct="1">
              <a:defRPr/>
            </a:pPr>
            <a:endParaRPr lang="en-US" altLang="zh-CN" b="0" dirty="0">
              <a:solidFill>
                <a:srgbClr val="0070C0"/>
              </a:solidFill>
            </a:endParaRPr>
          </a:p>
          <a:p>
            <a:pPr eaLnBrk="1" hangingPunct="1">
              <a:defRPr/>
            </a:pPr>
            <a:endParaRPr lang="en-US" altLang="zh-CN" b="0" dirty="0">
              <a:solidFill>
                <a:srgbClr val="0070C0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endParaRPr lang="en-US" altLang="zh-CN" b="0" dirty="0">
              <a:solidFill>
                <a:srgbClr val="0070C0"/>
              </a:solidFill>
            </a:endParaRPr>
          </a:p>
          <a:p>
            <a:pPr eaLnBrk="1" hangingPunct="1">
              <a:defRPr/>
            </a:pPr>
            <a:endParaRPr lang="en-US" altLang="zh-CN" sz="1600" b="0" dirty="0"/>
          </a:p>
        </p:txBody>
      </p:sp>
      <p:pic>
        <p:nvPicPr>
          <p:cNvPr id="6" name="图片 5" descr="图示&#10;&#10;描述已自动生成">
            <a:extLst>
              <a:ext uri="{FF2B5EF4-FFF2-40B4-BE49-F238E27FC236}">
                <a16:creationId xmlns:a16="http://schemas.microsoft.com/office/drawing/2014/main" id="{D6264904-3511-4F5B-A3CF-0A73304CE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49" y="2780928"/>
            <a:ext cx="5544616" cy="399303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8137AF2-1CF9-4DA1-BFE7-3B56B649DBB8}"/>
              </a:ext>
            </a:extLst>
          </p:cNvPr>
          <p:cNvSpPr txBox="1"/>
          <p:nvPr/>
        </p:nvSpPr>
        <p:spPr>
          <a:xfrm>
            <a:off x="5940152" y="2996952"/>
            <a:ext cx="280831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0" dirty="0">
                <a:solidFill>
                  <a:srgbClr val="0070C0"/>
                </a:solidFill>
                <a:latin typeface="+mj-ea"/>
                <a:ea typeface="+mj-ea"/>
              </a:rPr>
              <a:t>SS </a:t>
            </a:r>
            <a:r>
              <a:rPr lang="zh-CN" altLang="en-US" sz="1400" b="0" dirty="0">
                <a:solidFill>
                  <a:srgbClr val="0070C0"/>
                </a:solidFill>
                <a:latin typeface="+mj-ea"/>
                <a:ea typeface="+mj-ea"/>
              </a:rPr>
              <a:t>是否支持</a:t>
            </a:r>
            <a:r>
              <a:rPr lang="en-US" altLang="zh-CN" sz="1400" b="0" dirty="0">
                <a:solidFill>
                  <a:srgbClr val="0070C0"/>
                </a:solidFill>
                <a:latin typeface="+mj-ea"/>
                <a:ea typeface="+mj-ea"/>
              </a:rPr>
              <a:t>Over IMS</a:t>
            </a:r>
            <a:r>
              <a:rPr lang="zh-CN" altLang="en-US" sz="1400" b="0" dirty="0">
                <a:solidFill>
                  <a:srgbClr val="0070C0"/>
                </a:solidFill>
                <a:latin typeface="+mj-ea"/>
                <a:ea typeface="+mj-ea"/>
              </a:rPr>
              <a:t>需要进行相应的配置，展锐在</a:t>
            </a:r>
            <a:r>
              <a:rPr lang="en-US" altLang="zh-CN" sz="1400" b="0" dirty="0">
                <a:solidFill>
                  <a:srgbClr val="0070C0"/>
                </a:solidFill>
                <a:latin typeface="+mj-ea"/>
                <a:ea typeface="+mj-ea"/>
              </a:rPr>
              <a:t>Modem Operator NV</a:t>
            </a:r>
            <a:r>
              <a:rPr lang="zh-CN" altLang="en-US" sz="1400" b="0" dirty="0">
                <a:solidFill>
                  <a:srgbClr val="0070C0"/>
                </a:solidFill>
                <a:latin typeface="+mj-ea"/>
                <a:ea typeface="+mj-ea"/>
              </a:rPr>
              <a:t>中进行配置，</a:t>
            </a:r>
            <a:r>
              <a:rPr lang="en-US" altLang="zh-CN" sz="1400" b="0" dirty="0">
                <a:solidFill>
                  <a:srgbClr val="0070C0"/>
                </a:solidFill>
                <a:latin typeface="+mj-ea"/>
                <a:ea typeface="+mj-ea"/>
              </a:rPr>
              <a:t>MTK</a:t>
            </a:r>
            <a:r>
              <a:rPr lang="zh-CN" altLang="en-US" sz="1400" b="0" dirty="0">
                <a:solidFill>
                  <a:srgbClr val="0070C0"/>
                </a:solidFill>
                <a:latin typeface="+mj-ea"/>
                <a:ea typeface="+mj-ea"/>
              </a:rPr>
              <a:t>参考改流程</a:t>
            </a:r>
            <a:endParaRPr lang="en-US" altLang="zh-CN" sz="1400" b="0" dirty="0">
              <a:solidFill>
                <a:srgbClr val="0070C0"/>
              </a:solidFill>
              <a:latin typeface="+mj-ea"/>
              <a:ea typeface="+mj-ea"/>
            </a:endParaRPr>
          </a:p>
          <a:p>
            <a:endParaRPr lang="en-US" altLang="zh-CN" sz="1400" b="0" dirty="0">
              <a:solidFill>
                <a:srgbClr val="FF0000"/>
              </a:solidFill>
              <a:latin typeface="+mj-ea"/>
              <a:ea typeface="+mj-ea"/>
            </a:endParaRPr>
          </a:p>
          <a:p>
            <a:r>
              <a:rPr lang="zh-CN" altLang="en-US" sz="1400" b="0" dirty="0">
                <a:solidFill>
                  <a:srgbClr val="FF0000"/>
                </a:solidFill>
                <a:latin typeface="+mj-ea"/>
                <a:ea typeface="+mj-ea"/>
              </a:rPr>
              <a:t>按照</a:t>
            </a:r>
            <a:r>
              <a:rPr lang="en-US" altLang="zh-CN" sz="1400" b="0" dirty="0">
                <a:solidFill>
                  <a:srgbClr val="FF0000"/>
                </a:solidFill>
                <a:latin typeface="+mj-ea"/>
                <a:ea typeface="+mj-ea"/>
              </a:rPr>
              <a:t>3GPP </a:t>
            </a:r>
            <a:r>
              <a:rPr lang="zh-CN" altLang="en-US" sz="1400" b="0" dirty="0">
                <a:solidFill>
                  <a:srgbClr val="FF0000"/>
                </a:solidFill>
                <a:latin typeface="+mj-ea"/>
                <a:ea typeface="+mj-ea"/>
              </a:rPr>
              <a:t>协议要求，</a:t>
            </a:r>
            <a:r>
              <a:rPr lang="en-US" altLang="zh-CN" sz="1400" b="0" dirty="0">
                <a:solidFill>
                  <a:srgbClr val="FF0000"/>
                </a:solidFill>
                <a:latin typeface="+mj-ea"/>
                <a:ea typeface="+mj-ea"/>
              </a:rPr>
              <a:t>Call Barring </a:t>
            </a:r>
            <a:r>
              <a:rPr lang="zh-CN" altLang="en-US" sz="1400" b="0" dirty="0">
                <a:solidFill>
                  <a:srgbClr val="FF0000"/>
                </a:solidFill>
                <a:latin typeface="+mj-ea"/>
                <a:ea typeface="+mj-ea"/>
              </a:rPr>
              <a:t>设置在</a:t>
            </a:r>
            <a:r>
              <a:rPr lang="en-US" altLang="zh-CN" sz="1400" b="0" dirty="0">
                <a:solidFill>
                  <a:srgbClr val="FF0000"/>
                </a:solidFill>
                <a:latin typeface="+mj-ea"/>
                <a:ea typeface="+mj-ea"/>
              </a:rPr>
              <a:t>CS</a:t>
            </a:r>
            <a:r>
              <a:rPr lang="zh-CN" altLang="en-US" sz="1400" b="0" dirty="0">
                <a:solidFill>
                  <a:srgbClr val="FF0000"/>
                </a:solidFill>
                <a:latin typeface="+mj-ea"/>
                <a:ea typeface="+mj-ea"/>
              </a:rPr>
              <a:t>域下执行是需要密码的，但是在</a:t>
            </a:r>
            <a:r>
              <a:rPr lang="en-US" altLang="zh-CN" sz="1400" b="0" dirty="0">
                <a:solidFill>
                  <a:srgbClr val="FF0000"/>
                </a:solidFill>
                <a:latin typeface="+mj-ea"/>
                <a:ea typeface="+mj-ea"/>
              </a:rPr>
              <a:t>XCAP</a:t>
            </a:r>
            <a:r>
              <a:rPr lang="zh-CN" altLang="en-US" sz="1400" b="0" dirty="0">
                <a:solidFill>
                  <a:srgbClr val="FF0000"/>
                </a:solidFill>
                <a:latin typeface="+mj-ea"/>
                <a:ea typeface="+mj-ea"/>
              </a:rPr>
              <a:t>下执行无需密码，部门运营商为了用户行为的一致性，要求在</a:t>
            </a:r>
            <a:r>
              <a:rPr lang="en-US" altLang="zh-CN" sz="1400" b="0" dirty="0">
                <a:solidFill>
                  <a:srgbClr val="FF0000"/>
                </a:solidFill>
                <a:latin typeface="+mj-ea"/>
                <a:ea typeface="+mj-ea"/>
              </a:rPr>
              <a:t>over IMS</a:t>
            </a:r>
            <a:r>
              <a:rPr lang="zh-CN" altLang="en-US" sz="1400" b="0" dirty="0">
                <a:solidFill>
                  <a:srgbClr val="FF0000"/>
                </a:solidFill>
                <a:latin typeface="+mj-ea"/>
                <a:ea typeface="+mj-ea"/>
              </a:rPr>
              <a:t>的情况下也输入密码，但是网络不对密码做校验，如</a:t>
            </a:r>
            <a:r>
              <a:rPr lang="en-US" altLang="zh-CN" sz="1400" b="0" dirty="0">
                <a:solidFill>
                  <a:srgbClr val="FF0000"/>
                </a:solidFill>
                <a:latin typeface="+mj-ea"/>
                <a:ea typeface="+mj-ea"/>
              </a:rPr>
              <a:t>Vodafone</a:t>
            </a:r>
            <a:r>
              <a:rPr lang="zh-CN" altLang="en-US" sz="1400" b="0" dirty="0">
                <a:solidFill>
                  <a:srgbClr val="FF0000"/>
                </a:solidFill>
                <a:latin typeface="+mj-ea"/>
                <a:ea typeface="+mj-ea"/>
              </a:rPr>
              <a:t>。</a:t>
            </a:r>
            <a:endParaRPr lang="en-US" altLang="zh-CN" sz="1400" b="0" dirty="0">
              <a:solidFill>
                <a:srgbClr val="FF0000"/>
              </a:solidFill>
              <a:latin typeface="+mj-ea"/>
              <a:ea typeface="+mj-ea"/>
            </a:endParaRPr>
          </a:p>
          <a:p>
            <a:endParaRPr lang="en-US" altLang="zh-CN" sz="1400" b="0" dirty="0">
              <a:solidFill>
                <a:srgbClr val="FF0000"/>
              </a:solidFill>
              <a:latin typeface="+mj-ea"/>
              <a:ea typeface="+mj-ea"/>
            </a:endParaRPr>
          </a:p>
          <a:p>
            <a:r>
              <a:rPr lang="en-US" altLang="zh-CN" sz="1400" b="0" i="1" dirty="0">
                <a:solidFill>
                  <a:srgbClr val="000000"/>
                </a:solidFill>
                <a:latin typeface="+mj-ea"/>
                <a:ea typeface="+mj-ea"/>
              </a:rPr>
              <a:t>COS-26 [MASP]Password must be asked for call barring</a:t>
            </a:r>
            <a:endParaRPr lang="zh-CN" altLang="en-US" sz="1400" b="0" i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361663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2E605F1B-995D-4CFE-A66C-34DBB38A1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12291" name="标题 1">
            <a:extLst>
              <a:ext uri="{FF2B5EF4-FFF2-40B4-BE49-F238E27FC236}">
                <a16:creationId xmlns:a16="http://schemas.microsoft.com/office/drawing/2014/main" id="{460FF6E3-11D7-48B2-AB15-505C0B520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020272" cy="857250"/>
          </a:xfrm>
        </p:spPr>
        <p:txBody>
          <a:bodyPr/>
          <a:lstStyle/>
          <a:p>
            <a:r>
              <a:rPr lang="en-US" altLang="zh-CN" dirty="0"/>
              <a:t>PLMN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587CA1-C831-4F5A-A2B8-E54D9BC81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6B778C"/>
                </a:solidFill>
                <a:effectLst/>
                <a:latin typeface="Arial" panose="020B0604020202020204" pitchFamily="34" charset="0"/>
                <a:ea typeface="inherit"/>
                <a:hlinkClick r:id="rId2"/>
              </a:rPr>
              <a:t>S-31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rgbClr val="6B778C"/>
              </a:solidFill>
              <a:effectLst/>
              <a:latin typeface="Arial" panose="020B0604020202020204" pitchFamily="34" charset="0"/>
              <a:ea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E373D3-05C4-4C34-B06F-3D2399081A4F}"/>
              </a:ext>
            </a:extLst>
          </p:cNvPr>
          <p:cNvSpPr txBox="1"/>
          <p:nvPr/>
        </p:nvSpPr>
        <p:spPr>
          <a:xfrm>
            <a:off x="169540" y="1085012"/>
            <a:ext cx="8575997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PLMN</a:t>
            </a:r>
            <a:r>
              <a:rPr lang="zh-CN" altLang="en-US" b="0" dirty="0"/>
              <a:t>（</a:t>
            </a:r>
            <a:r>
              <a:rPr lang="en-US" altLang="zh-CN" b="0" dirty="0"/>
              <a:t>Public Land Mobile Network</a:t>
            </a:r>
            <a:r>
              <a:rPr lang="zh-CN" altLang="en-US" b="0" dirty="0"/>
              <a:t>，公共陆地移动网络），由政府或它所批准的经营者，为公众提供陆地移动通信业务目的而建立和经营的网络，形成整个地区或国家规模的通信网。</a:t>
            </a:r>
            <a:r>
              <a:rPr lang="en-US" altLang="zh-CN" b="0" dirty="0"/>
              <a:t>PLMN = MCC + MNC</a:t>
            </a:r>
            <a:r>
              <a:rPr lang="zh-CN" altLang="en-US" b="0" dirty="0"/>
              <a:t>，例如中国移动的</a:t>
            </a:r>
            <a:r>
              <a:rPr lang="en-US" altLang="zh-CN" b="0" dirty="0"/>
              <a:t>PLMN</a:t>
            </a:r>
            <a:r>
              <a:rPr lang="zh-CN" altLang="en-US" b="0" dirty="0"/>
              <a:t>为</a:t>
            </a:r>
            <a:r>
              <a:rPr lang="en-US" altLang="zh-CN" b="0" dirty="0"/>
              <a:t>46000</a:t>
            </a:r>
          </a:p>
          <a:p>
            <a:endParaRPr lang="en-US" altLang="zh-CN" b="0" dirty="0"/>
          </a:p>
          <a:p>
            <a:r>
              <a:rPr lang="en-US" altLang="zh-CN" sz="1600" b="1" i="0" dirty="0">
                <a:solidFill>
                  <a:srgbClr val="404040"/>
                </a:solidFill>
                <a:effectLst/>
                <a:latin typeface="-apple-system"/>
              </a:rPr>
              <a:t>1.RPLMN(Registered PLMN)</a:t>
            </a:r>
            <a:r>
              <a:rPr lang="zh-CN" altLang="en-US" sz="1600" b="0" i="0" dirty="0">
                <a:solidFill>
                  <a:srgbClr val="404040"/>
                </a:solidFill>
                <a:effectLst/>
                <a:latin typeface="-apple-system"/>
              </a:rPr>
              <a:t>：</a:t>
            </a:r>
            <a:br>
              <a:rPr lang="en-US" altLang="zh-CN" sz="1600" dirty="0"/>
            </a:br>
            <a:r>
              <a:rPr lang="zh-CN" altLang="en-US" sz="1600" b="0" i="0" dirty="0">
                <a:solidFill>
                  <a:srgbClr val="404040"/>
                </a:solidFill>
                <a:effectLst/>
                <a:latin typeface="-apple-system"/>
              </a:rPr>
              <a:t>已登记</a:t>
            </a:r>
            <a:r>
              <a:rPr lang="en-US" altLang="zh-CN" sz="1600" b="0" i="0" dirty="0">
                <a:solidFill>
                  <a:srgbClr val="404040"/>
                </a:solidFill>
                <a:effectLst/>
                <a:latin typeface="-apple-system"/>
              </a:rPr>
              <a:t>PLMN</a:t>
            </a:r>
            <a:r>
              <a:rPr lang="zh-CN" altLang="en-US" sz="1600" b="0" i="0" dirty="0">
                <a:solidFill>
                  <a:srgbClr val="404040"/>
                </a:solidFill>
                <a:effectLst/>
                <a:latin typeface="-apple-system"/>
              </a:rPr>
              <a:t>。是终端在上次关机或脱网前登记上的</a:t>
            </a:r>
            <a:r>
              <a:rPr lang="en-US" altLang="zh-CN" sz="1600" b="0" i="0" dirty="0">
                <a:solidFill>
                  <a:srgbClr val="404040"/>
                </a:solidFill>
                <a:effectLst/>
                <a:latin typeface="-apple-system"/>
              </a:rPr>
              <a:t>PLMN</a:t>
            </a:r>
            <a:r>
              <a:rPr lang="zh-CN" altLang="en-US" sz="1600" b="0" i="0" dirty="0">
                <a:solidFill>
                  <a:srgbClr val="404040"/>
                </a:solidFill>
                <a:effectLst/>
                <a:latin typeface="-apple-system"/>
              </a:rPr>
              <a:t>。</a:t>
            </a:r>
            <a:endParaRPr lang="en-US" altLang="zh-CN" sz="1600" b="0" i="0" dirty="0">
              <a:solidFill>
                <a:srgbClr val="404040"/>
              </a:solidFill>
              <a:effectLst/>
              <a:latin typeface="-apple-system"/>
            </a:endParaRPr>
          </a:p>
          <a:p>
            <a:r>
              <a:rPr lang="en-US" altLang="zh-CN" sz="1600" dirty="0">
                <a:solidFill>
                  <a:srgbClr val="404040"/>
                </a:solidFill>
                <a:latin typeface="-apple-system"/>
              </a:rPr>
              <a:t>2</a:t>
            </a:r>
            <a:r>
              <a:rPr lang="en-US" altLang="zh-CN" sz="1600" b="1" i="0" dirty="0">
                <a:solidFill>
                  <a:srgbClr val="404040"/>
                </a:solidFill>
                <a:effectLst/>
                <a:latin typeface="-apple-system"/>
              </a:rPr>
              <a:t>.</a:t>
            </a:r>
            <a:r>
              <a:rPr lang="en-US" altLang="zh-CN" sz="1600" dirty="0">
                <a:solidFill>
                  <a:srgbClr val="404040"/>
                </a:solidFill>
                <a:latin typeface="-apple-system"/>
              </a:rPr>
              <a:t>H</a:t>
            </a:r>
            <a:r>
              <a:rPr lang="en-US" altLang="zh-CN" sz="1600" b="1" i="0" dirty="0">
                <a:solidFill>
                  <a:srgbClr val="404040"/>
                </a:solidFill>
                <a:effectLst/>
                <a:latin typeface="-apple-system"/>
              </a:rPr>
              <a:t>PLMN(Home PLMN)</a:t>
            </a:r>
            <a:r>
              <a:rPr lang="zh-CN" altLang="en-US" sz="1600" b="0" i="0" dirty="0">
                <a:solidFill>
                  <a:srgbClr val="404040"/>
                </a:solidFill>
                <a:effectLst/>
                <a:latin typeface="-apple-system"/>
              </a:rPr>
              <a:t>：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-apple-system"/>
              </a:rPr>
              <a:t>为终端用户归属的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-apple-system"/>
              </a:rPr>
              <a:t>PLMN</a:t>
            </a:r>
          </a:p>
          <a:p>
            <a:r>
              <a:rPr lang="zh-CN" altLang="en-US" sz="1600" b="0" i="0" dirty="0">
                <a:solidFill>
                  <a:srgbClr val="404040"/>
                </a:solidFill>
                <a:effectLst/>
                <a:latin typeface="-apple-system"/>
              </a:rPr>
              <a:t>也就是说，终端</a:t>
            </a:r>
            <a:r>
              <a:rPr lang="en-US" altLang="zh-CN" sz="1600" b="0" i="0" dirty="0">
                <a:solidFill>
                  <a:srgbClr val="404040"/>
                </a:solidFill>
                <a:effectLst/>
                <a:latin typeface="-apple-system"/>
              </a:rPr>
              <a:t>USIM</a:t>
            </a:r>
            <a:r>
              <a:rPr lang="zh-CN" altLang="en-US" sz="1600" b="0" i="0" dirty="0">
                <a:solidFill>
                  <a:srgbClr val="404040"/>
                </a:solidFill>
                <a:effectLst/>
                <a:latin typeface="-apple-system"/>
              </a:rPr>
              <a:t>卡上的</a:t>
            </a:r>
            <a:r>
              <a:rPr lang="en-US" altLang="zh-CN" sz="1600" b="0" i="0" dirty="0">
                <a:solidFill>
                  <a:srgbClr val="404040"/>
                </a:solidFill>
                <a:effectLst/>
                <a:latin typeface="-apple-system"/>
              </a:rPr>
              <a:t>IMSI</a:t>
            </a:r>
            <a:r>
              <a:rPr lang="zh-CN" altLang="en-US" sz="1600" b="0" i="0" dirty="0">
                <a:solidFill>
                  <a:srgbClr val="404040"/>
                </a:solidFill>
                <a:effectLst/>
                <a:latin typeface="-apple-system"/>
              </a:rPr>
              <a:t>号中包含的</a:t>
            </a:r>
            <a:r>
              <a:rPr lang="en-US" altLang="zh-CN" sz="1600" b="0" i="0" dirty="0">
                <a:solidFill>
                  <a:srgbClr val="404040"/>
                </a:solidFill>
                <a:effectLst/>
                <a:latin typeface="-apple-system"/>
              </a:rPr>
              <a:t>MCC</a:t>
            </a:r>
            <a:r>
              <a:rPr lang="zh-CN" altLang="en-US" sz="1600" b="0" i="0" dirty="0">
                <a:solidFill>
                  <a:srgbClr val="404040"/>
                </a:solidFill>
                <a:effectLst/>
                <a:latin typeface="-apple-system"/>
              </a:rPr>
              <a:t>和</a:t>
            </a:r>
            <a:r>
              <a:rPr lang="en-US" altLang="zh-CN" sz="1600" b="0" i="0" dirty="0">
                <a:solidFill>
                  <a:srgbClr val="404040"/>
                </a:solidFill>
                <a:effectLst/>
                <a:latin typeface="-apple-system"/>
              </a:rPr>
              <a:t>MNC</a:t>
            </a:r>
            <a:r>
              <a:rPr lang="zh-CN" altLang="en-US" sz="1600" b="0" i="0" dirty="0">
                <a:solidFill>
                  <a:srgbClr val="404040"/>
                </a:solidFill>
                <a:effectLst/>
                <a:latin typeface="-apple-system"/>
              </a:rPr>
              <a:t>与</a:t>
            </a:r>
            <a:r>
              <a:rPr lang="en-US" altLang="zh-CN" sz="1600" b="0" i="0" dirty="0">
                <a:solidFill>
                  <a:srgbClr val="404040"/>
                </a:solidFill>
                <a:effectLst/>
                <a:latin typeface="-apple-system"/>
              </a:rPr>
              <a:t>HPLMN</a:t>
            </a:r>
            <a:r>
              <a:rPr lang="zh-CN" altLang="en-US" sz="1600" b="0" i="0" dirty="0">
                <a:solidFill>
                  <a:srgbClr val="404040"/>
                </a:solidFill>
                <a:effectLst/>
                <a:latin typeface="-apple-system"/>
              </a:rPr>
              <a:t>上的</a:t>
            </a:r>
            <a:r>
              <a:rPr lang="en-US" altLang="zh-CN" sz="1600" b="0" i="0" dirty="0">
                <a:solidFill>
                  <a:srgbClr val="404040"/>
                </a:solidFill>
                <a:effectLst/>
                <a:latin typeface="-apple-system"/>
              </a:rPr>
              <a:t>MCC</a:t>
            </a:r>
            <a:r>
              <a:rPr lang="zh-CN" altLang="en-US" sz="1600" b="0" i="0" dirty="0">
                <a:solidFill>
                  <a:srgbClr val="404040"/>
                </a:solidFill>
                <a:effectLst/>
                <a:latin typeface="-apple-system"/>
              </a:rPr>
              <a:t>和</a:t>
            </a:r>
            <a:r>
              <a:rPr lang="en-US" altLang="zh-CN" sz="1600" b="0" i="0" dirty="0">
                <a:solidFill>
                  <a:srgbClr val="404040"/>
                </a:solidFill>
                <a:effectLst/>
                <a:latin typeface="-apple-system"/>
              </a:rPr>
              <a:t>MNC</a:t>
            </a:r>
            <a:r>
              <a:rPr lang="zh-CN" altLang="en-US" sz="1600" b="0" i="0" dirty="0">
                <a:solidFill>
                  <a:srgbClr val="404040"/>
                </a:solidFill>
                <a:effectLst/>
                <a:latin typeface="-apple-system"/>
              </a:rPr>
              <a:t>是一致的</a:t>
            </a:r>
            <a:endParaRPr lang="en-US" altLang="zh-CN" sz="1600" b="0" i="0" dirty="0">
              <a:solidFill>
                <a:srgbClr val="404040"/>
              </a:solidFill>
              <a:effectLst/>
              <a:latin typeface="-apple-system"/>
            </a:endParaRPr>
          </a:p>
          <a:p>
            <a:r>
              <a:rPr lang="en-US" altLang="zh-CN" sz="1600" dirty="0">
                <a:solidFill>
                  <a:srgbClr val="404040"/>
                </a:solidFill>
                <a:latin typeface="-apple-system"/>
              </a:rPr>
              <a:t>3.EHPLMN(Equivalent Home PLMN </a:t>
            </a:r>
            <a:r>
              <a:rPr lang="zh-CN" altLang="en-US" sz="1600" dirty="0">
                <a:solidFill>
                  <a:srgbClr val="404040"/>
                </a:solidFill>
                <a:latin typeface="-apple-system"/>
              </a:rPr>
              <a:t>等效本地</a:t>
            </a:r>
            <a:r>
              <a:rPr lang="en-US" altLang="zh-CN" sz="1600" dirty="0">
                <a:solidFill>
                  <a:srgbClr val="404040"/>
                </a:solidFill>
                <a:latin typeface="-apple-system"/>
              </a:rPr>
              <a:t>PLMN)</a:t>
            </a:r>
            <a:br>
              <a:rPr lang="zh-CN" altLang="en-US" sz="1600" dirty="0"/>
            </a:br>
            <a:r>
              <a:rPr lang="zh-CN" altLang="en-US" sz="1600" b="0" dirty="0"/>
              <a:t>为与终端当前所选择的</a:t>
            </a:r>
            <a:r>
              <a:rPr lang="en-US" altLang="zh-CN" sz="1600" b="0" dirty="0"/>
              <a:t>PLMN</a:t>
            </a:r>
            <a:r>
              <a:rPr lang="zh-CN" altLang="en-US" sz="1600" b="0" dirty="0"/>
              <a:t>处于同等地位的本地</a:t>
            </a:r>
            <a:r>
              <a:rPr lang="en-US" altLang="zh-CN" sz="1600" b="0" dirty="0"/>
              <a:t>PLMN</a:t>
            </a:r>
            <a:r>
              <a:rPr lang="zh-CN" altLang="en-US" sz="1600" b="0" dirty="0"/>
              <a:t>。其实：</a:t>
            </a:r>
            <a:r>
              <a:rPr lang="en-US" altLang="zh-CN" sz="1600" b="0" dirty="0"/>
              <a:t>EHPLMN</a:t>
            </a:r>
            <a:r>
              <a:rPr lang="zh-CN" altLang="en-US" sz="1600" b="0" dirty="0"/>
              <a:t>就好比你的卡为中国</a:t>
            </a:r>
            <a:endParaRPr lang="en-US" altLang="zh-CN" sz="1600" b="0" dirty="0"/>
          </a:p>
          <a:p>
            <a:r>
              <a:rPr lang="en-US" altLang="zh-CN" sz="1600" dirty="0">
                <a:solidFill>
                  <a:srgbClr val="404040"/>
                </a:solidFill>
                <a:latin typeface="-apple-system"/>
              </a:rPr>
              <a:t>4</a:t>
            </a:r>
            <a:r>
              <a:rPr lang="en-US" altLang="zh-CN" sz="1600" b="1" i="0" dirty="0">
                <a:solidFill>
                  <a:srgbClr val="404040"/>
                </a:solidFill>
                <a:effectLst/>
                <a:latin typeface="-apple-system"/>
              </a:rPr>
              <a:t>.EPLMN(Equivalent PLMN)</a:t>
            </a:r>
            <a:r>
              <a:rPr lang="zh-CN" altLang="en-US" sz="1600" b="0" i="0" dirty="0">
                <a:solidFill>
                  <a:srgbClr val="404040"/>
                </a:solidFill>
                <a:effectLst/>
                <a:latin typeface="-apple-system"/>
              </a:rPr>
              <a:t>：</a:t>
            </a:r>
            <a:r>
              <a:rPr lang="zh-CN" altLang="en-US" sz="1600" b="0" dirty="0"/>
              <a:t>移动</a:t>
            </a:r>
            <a:r>
              <a:rPr lang="en-US" altLang="zh-CN" sz="1600" b="0" dirty="0"/>
              <a:t>46000</a:t>
            </a:r>
            <a:r>
              <a:rPr lang="zh-CN" altLang="en-US" sz="1600" b="0" dirty="0"/>
              <a:t>，</a:t>
            </a:r>
            <a:r>
              <a:rPr lang="en-US" altLang="zh-CN" sz="1600" b="0" dirty="0"/>
              <a:t>PLMN=46002</a:t>
            </a:r>
            <a:r>
              <a:rPr lang="zh-CN" altLang="en-US" sz="1600" b="0" dirty="0"/>
              <a:t>的网属于</a:t>
            </a:r>
            <a:r>
              <a:rPr lang="en-US" altLang="zh-CN" sz="1600" b="0" dirty="0"/>
              <a:t>EHPLMN</a:t>
            </a:r>
            <a:br>
              <a:rPr lang="en-US" altLang="zh-CN" sz="1600" dirty="0"/>
            </a:br>
            <a:r>
              <a:rPr lang="zh-CN" altLang="en-US" sz="1600" b="0" i="0" dirty="0">
                <a:solidFill>
                  <a:srgbClr val="404040"/>
                </a:solidFill>
                <a:effectLst/>
                <a:latin typeface="-apple-system"/>
              </a:rPr>
              <a:t>为与终端当前所选择的</a:t>
            </a:r>
            <a:r>
              <a:rPr lang="en-US" altLang="zh-CN" sz="1600" b="0" i="0" dirty="0">
                <a:solidFill>
                  <a:srgbClr val="404040"/>
                </a:solidFill>
                <a:effectLst/>
                <a:latin typeface="-apple-system"/>
              </a:rPr>
              <a:t>PLMN</a:t>
            </a:r>
            <a:r>
              <a:rPr lang="zh-CN" altLang="en-US" sz="1600" b="0" i="0" dirty="0">
                <a:solidFill>
                  <a:srgbClr val="404040"/>
                </a:solidFill>
                <a:effectLst/>
                <a:latin typeface="-apple-system"/>
              </a:rPr>
              <a:t>处于同等地位的</a:t>
            </a:r>
            <a:r>
              <a:rPr lang="en-US" altLang="zh-CN" sz="1600" b="0" i="0" dirty="0">
                <a:solidFill>
                  <a:srgbClr val="404040"/>
                </a:solidFill>
                <a:effectLst/>
                <a:latin typeface="-apple-system"/>
              </a:rPr>
              <a:t>PLMN</a:t>
            </a:r>
            <a:r>
              <a:rPr lang="zh-CN" altLang="en-US" sz="1600" b="0" i="0" dirty="0">
                <a:solidFill>
                  <a:srgbClr val="404040"/>
                </a:solidFill>
                <a:effectLst/>
                <a:latin typeface="-apple-system"/>
              </a:rPr>
              <a:t>，其优先级相同。如果用户在归属地那么</a:t>
            </a:r>
            <a:r>
              <a:rPr lang="en-US" altLang="zh-CN" sz="1600" b="0" i="0" dirty="0">
                <a:solidFill>
                  <a:srgbClr val="404040"/>
                </a:solidFill>
                <a:effectLst/>
                <a:latin typeface="-apple-system"/>
              </a:rPr>
              <a:t>EPLMN=EHPLMN</a:t>
            </a:r>
            <a:r>
              <a:rPr lang="zh-CN" altLang="en-US" sz="1600" b="0" i="0" dirty="0">
                <a:solidFill>
                  <a:srgbClr val="404040"/>
                </a:solidFill>
                <a:effectLst/>
                <a:latin typeface="-apple-system"/>
              </a:rPr>
              <a:t>。如果在漫游地，</a:t>
            </a:r>
            <a:r>
              <a:rPr lang="en-US" altLang="zh-CN" sz="1600" b="0" i="0" dirty="0">
                <a:solidFill>
                  <a:srgbClr val="404040"/>
                </a:solidFill>
                <a:effectLst/>
                <a:latin typeface="-apple-system"/>
              </a:rPr>
              <a:t>EPLMN</a:t>
            </a:r>
            <a:r>
              <a:rPr lang="zh-CN" altLang="en-US" sz="1600" b="0" i="0" dirty="0">
                <a:solidFill>
                  <a:srgbClr val="404040"/>
                </a:solidFill>
                <a:effectLst/>
                <a:latin typeface="-apple-system"/>
              </a:rPr>
              <a:t>！</a:t>
            </a:r>
            <a:r>
              <a:rPr lang="en-US" altLang="zh-CN" sz="1600" b="0" i="0" dirty="0">
                <a:solidFill>
                  <a:srgbClr val="404040"/>
                </a:solidFill>
                <a:effectLst/>
                <a:latin typeface="-apple-system"/>
              </a:rPr>
              <a:t>=EHPLMN</a:t>
            </a:r>
          </a:p>
          <a:p>
            <a:r>
              <a:rPr lang="en-US" altLang="zh-CN" sz="1600" dirty="0">
                <a:solidFill>
                  <a:srgbClr val="404040"/>
                </a:solidFill>
                <a:latin typeface="-apple-system"/>
              </a:rPr>
              <a:t>5.</a:t>
            </a:r>
            <a:r>
              <a:rPr lang="zh-CN" altLang="en-US" sz="1600" dirty="0">
                <a:solidFill>
                  <a:srgbClr val="404040"/>
                </a:solidFill>
                <a:latin typeface="-apple-system"/>
              </a:rPr>
              <a:t> </a:t>
            </a:r>
            <a:r>
              <a:rPr lang="en-US" altLang="zh-CN" sz="1600" dirty="0">
                <a:solidFill>
                  <a:srgbClr val="404040"/>
                </a:solidFill>
                <a:latin typeface="-apple-system"/>
              </a:rPr>
              <a:t>FPLMN</a:t>
            </a:r>
            <a:r>
              <a:rPr lang="zh-CN" altLang="en-US" sz="1600" dirty="0">
                <a:solidFill>
                  <a:srgbClr val="404040"/>
                </a:solidFill>
                <a:latin typeface="-apple-system"/>
              </a:rPr>
              <a:t>：</a:t>
            </a:r>
            <a:r>
              <a:rPr lang="en-US" altLang="zh-CN" sz="1600" dirty="0">
                <a:solidFill>
                  <a:srgbClr val="404040"/>
                </a:solidFill>
                <a:latin typeface="-apple-system"/>
              </a:rPr>
              <a:t>(Forbidden PLMN</a:t>
            </a:r>
            <a:r>
              <a:rPr lang="zh-CN" altLang="en-US" sz="1600" dirty="0">
                <a:solidFill>
                  <a:srgbClr val="404040"/>
                </a:solidFill>
                <a:latin typeface="-apple-system"/>
              </a:rPr>
              <a:t>）</a:t>
            </a:r>
            <a:endParaRPr lang="en-US" altLang="zh-CN" sz="1600" dirty="0">
              <a:solidFill>
                <a:srgbClr val="404040"/>
              </a:solidFill>
              <a:latin typeface="-apple-system"/>
            </a:endParaRPr>
          </a:p>
          <a:p>
            <a:r>
              <a:rPr lang="zh-CN" altLang="en-US" sz="1600" b="0" dirty="0">
                <a:solidFill>
                  <a:srgbClr val="404040"/>
                </a:solidFill>
                <a:latin typeface="-apple-system"/>
              </a:rPr>
              <a:t>为被禁止访问的</a:t>
            </a:r>
            <a:r>
              <a:rPr lang="en-US" altLang="zh-CN" sz="1600" b="0" dirty="0">
                <a:solidFill>
                  <a:srgbClr val="404040"/>
                </a:solidFill>
                <a:latin typeface="-apple-system"/>
              </a:rPr>
              <a:t>PLMN</a:t>
            </a:r>
            <a:r>
              <a:rPr lang="zh-CN" altLang="en-US" sz="1600" b="0" dirty="0">
                <a:solidFill>
                  <a:srgbClr val="404040"/>
                </a:solidFill>
                <a:latin typeface="-apple-system"/>
              </a:rPr>
              <a:t>，通常终端在尝试接入某个</a:t>
            </a:r>
            <a:r>
              <a:rPr lang="en-US" altLang="zh-CN" sz="1600" b="0" dirty="0">
                <a:solidFill>
                  <a:srgbClr val="404040"/>
                </a:solidFill>
                <a:latin typeface="-apple-system"/>
              </a:rPr>
              <a:t>PLMN</a:t>
            </a:r>
            <a:r>
              <a:rPr lang="zh-CN" altLang="en-US" sz="1600" b="0" dirty="0">
                <a:solidFill>
                  <a:srgbClr val="404040"/>
                </a:solidFill>
                <a:latin typeface="-apple-system"/>
              </a:rPr>
              <a:t>被拒绝以后，会将其加到本列表中。国内运营商间不允许漫游，手动搜网界面，可以看到其他运营商的网络前显示禁止图标</a:t>
            </a:r>
            <a:endParaRPr lang="en-US" altLang="zh-CN" sz="1600" b="0" dirty="0">
              <a:solidFill>
                <a:srgbClr val="404040"/>
              </a:solidFill>
              <a:latin typeface="-apple-system"/>
            </a:endParaRPr>
          </a:p>
          <a:p>
            <a:r>
              <a:rPr lang="en-US" altLang="zh-CN" sz="1600" dirty="0">
                <a:solidFill>
                  <a:srgbClr val="404040"/>
                </a:solidFill>
                <a:latin typeface="-apple-system"/>
              </a:rPr>
              <a:t>6. VPLMN(Visited PLMN)</a:t>
            </a:r>
            <a:r>
              <a:rPr lang="zh-CN" altLang="en-US" sz="1600" dirty="0">
                <a:solidFill>
                  <a:srgbClr val="404040"/>
                </a:solidFill>
                <a:latin typeface="-apple-system"/>
              </a:rPr>
              <a:t>：</a:t>
            </a:r>
          </a:p>
          <a:p>
            <a:r>
              <a:rPr lang="zh-CN" altLang="en-US" sz="1600" b="0" dirty="0">
                <a:solidFill>
                  <a:srgbClr val="404040"/>
                </a:solidFill>
                <a:latin typeface="-apple-system"/>
              </a:rPr>
              <a:t>为</a:t>
            </a:r>
            <a:r>
              <a:rPr lang="en-US" altLang="zh-CN" sz="1600" b="0" dirty="0">
                <a:solidFill>
                  <a:srgbClr val="404040"/>
                </a:solidFill>
                <a:latin typeface="-apple-system"/>
              </a:rPr>
              <a:t>Visited PLMN</a:t>
            </a:r>
            <a:r>
              <a:rPr lang="zh-CN" altLang="en-US" sz="1600" b="0" dirty="0">
                <a:solidFill>
                  <a:srgbClr val="404040"/>
                </a:solidFill>
                <a:latin typeface="-apple-system"/>
              </a:rPr>
              <a:t>，访问</a:t>
            </a:r>
            <a:r>
              <a:rPr lang="en-US" altLang="zh-CN" sz="1600" b="0" dirty="0">
                <a:solidFill>
                  <a:srgbClr val="404040"/>
                </a:solidFill>
                <a:latin typeface="-apple-system"/>
              </a:rPr>
              <a:t>PLMN</a:t>
            </a:r>
            <a:r>
              <a:rPr lang="zh-CN" altLang="en-US" sz="1600" b="0" dirty="0">
                <a:solidFill>
                  <a:srgbClr val="404040"/>
                </a:solidFill>
                <a:latin typeface="-apple-system"/>
              </a:rPr>
              <a:t>。其</a:t>
            </a:r>
            <a:r>
              <a:rPr lang="en-US" altLang="zh-CN" sz="1600" b="0" dirty="0">
                <a:solidFill>
                  <a:srgbClr val="404040"/>
                </a:solidFill>
                <a:latin typeface="-apple-system"/>
              </a:rPr>
              <a:t>PLMN</a:t>
            </a:r>
            <a:r>
              <a:rPr lang="zh-CN" altLang="en-US" sz="1600" b="0" dirty="0">
                <a:solidFill>
                  <a:srgbClr val="404040"/>
                </a:solidFill>
                <a:latin typeface="-apple-system"/>
              </a:rPr>
              <a:t>和存在</a:t>
            </a:r>
            <a:r>
              <a:rPr lang="en-US" altLang="zh-CN" sz="1600" b="0" dirty="0">
                <a:solidFill>
                  <a:srgbClr val="404040"/>
                </a:solidFill>
                <a:latin typeface="-apple-system"/>
              </a:rPr>
              <a:t>SIM</a:t>
            </a:r>
            <a:r>
              <a:rPr lang="zh-CN" altLang="en-US" sz="1600" b="0" dirty="0">
                <a:solidFill>
                  <a:srgbClr val="404040"/>
                </a:solidFill>
                <a:latin typeface="-apple-system"/>
              </a:rPr>
              <a:t>卡中的</a:t>
            </a:r>
            <a:r>
              <a:rPr lang="en-US" altLang="zh-CN" sz="1600" b="0" dirty="0">
                <a:solidFill>
                  <a:srgbClr val="404040"/>
                </a:solidFill>
                <a:latin typeface="-apple-system"/>
              </a:rPr>
              <a:t>IMSI</a:t>
            </a:r>
            <a:r>
              <a:rPr lang="zh-CN" altLang="en-US" sz="1600" b="0" dirty="0">
                <a:solidFill>
                  <a:srgbClr val="404040"/>
                </a:solidFill>
                <a:latin typeface="-apple-system"/>
              </a:rPr>
              <a:t>的</a:t>
            </a:r>
            <a:r>
              <a:rPr lang="en-US" altLang="zh-CN" sz="1600" b="0" dirty="0">
                <a:solidFill>
                  <a:srgbClr val="404040"/>
                </a:solidFill>
                <a:latin typeface="-apple-system"/>
              </a:rPr>
              <a:t>MCC</a:t>
            </a:r>
            <a:r>
              <a:rPr lang="zh-CN" altLang="en-US" sz="1600" b="0" dirty="0">
                <a:solidFill>
                  <a:srgbClr val="404040"/>
                </a:solidFill>
                <a:latin typeface="-apple-system"/>
              </a:rPr>
              <a:t>，</a:t>
            </a:r>
            <a:r>
              <a:rPr lang="en-US" altLang="zh-CN" sz="1600" b="0" dirty="0">
                <a:solidFill>
                  <a:srgbClr val="404040"/>
                </a:solidFill>
                <a:latin typeface="-apple-system"/>
              </a:rPr>
              <a:t>MNC</a:t>
            </a:r>
            <a:r>
              <a:rPr lang="zh-CN" altLang="en-US" sz="1600" b="0" dirty="0">
                <a:solidFill>
                  <a:srgbClr val="404040"/>
                </a:solidFill>
                <a:latin typeface="-apple-system"/>
              </a:rPr>
              <a:t>是不完全相同的。</a:t>
            </a:r>
            <a:endParaRPr lang="en-US" altLang="zh-CN" sz="1600" b="0" dirty="0">
              <a:solidFill>
                <a:srgbClr val="404040"/>
              </a:solidFill>
              <a:latin typeface="-apple-system"/>
            </a:endParaRPr>
          </a:p>
          <a:p>
            <a:r>
              <a:rPr lang="en-US" altLang="zh-CN" sz="1600" dirty="0">
                <a:solidFill>
                  <a:srgbClr val="FF0000"/>
                </a:solidFill>
                <a:latin typeface="-apple-system"/>
              </a:rPr>
              <a:t>7</a:t>
            </a:r>
            <a:r>
              <a:rPr lang="en-US" altLang="zh-CN" sz="1600" i="0" dirty="0">
                <a:solidFill>
                  <a:srgbClr val="FF0000"/>
                </a:solidFill>
                <a:effectLst/>
                <a:latin typeface="-apple-system"/>
              </a:rPr>
              <a:t>. MPLMN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-apple-system"/>
              </a:rPr>
              <a:t>：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-apple-system"/>
              </a:rPr>
              <a:t>Manual PLMN </a:t>
            </a:r>
            <a:r>
              <a:rPr lang="en-US" altLang="zh-CN" sz="1600" dirty="0">
                <a:solidFill>
                  <a:srgbClr val="404040"/>
                </a:solidFill>
                <a:latin typeface="-apple-system"/>
              </a:rPr>
              <a:t>Search </a:t>
            </a:r>
            <a:r>
              <a:rPr lang="zh-CN" altLang="en-US" sz="1600" dirty="0">
                <a:solidFill>
                  <a:srgbClr val="404040"/>
                </a:solidFill>
                <a:latin typeface="-apple-system"/>
              </a:rPr>
              <a:t>这个是个动词不是名词，手动搜网的简写</a:t>
            </a:r>
            <a:endParaRPr lang="en-US" altLang="zh-CN" sz="1600" i="0" dirty="0">
              <a:solidFill>
                <a:srgbClr val="404040"/>
              </a:solidFill>
              <a:effectLst/>
              <a:latin typeface="-apple-system"/>
            </a:endParaRPr>
          </a:p>
          <a:p>
            <a:br>
              <a:rPr lang="zh-CN" altLang="en-US" dirty="0"/>
            </a:b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5262670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2E605F1B-995D-4CFE-A66C-34DBB38A1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12291" name="标题 1">
            <a:extLst>
              <a:ext uri="{FF2B5EF4-FFF2-40B4-BE49-F238E27FC236}">
                <a16:creationId xmlns:a16="http://schemas.microsoft.com/office/drawing/2014/main" id="{460FF6E3-11D7-48B2-AB15-505C0B520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020272" cy="857250"/>
          </a:xfrm>
        </p:spPr>
        <p:txBody>
          <a:bodyPr/>
          <a:lstStyle/>
          <a:p>
            <a:r>
              <a:rPr lang="en-US" altLang="zh-CN" dirty="0"/>
              <a:t>PLMN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587CA1-C831-4F5A-A2B8-E54D9BC81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6B778C"/>
                </a:solidFill>
                <a:effectLst/>
                <a:latin typeface="Arial" panose="020B0604020202020204" pitchFamily="34" charset="0"/>
                <a:ea typeface="inherit"/>
                <a:hlinkClick r:id="rId2"/>
              </a:rPr>
              <a:t>S-31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rgbClr val="6B778C"/>
              </a:solidFill>
              <a:effectLst/>
              <a:latin typeface="Arial" panose="020B0604020202020204" pitchFamily="34" charset="0"/>
              <a:ea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E373D3-05C4-4C34-B06F-3D2399081A4F}"/>
              </a:ext>
            </a:extLst>
          </p:cNvPr>
          <p:cNvSpPr txBox="1"/>
          <p:nvPr/>
        </p:nvSpPr>
        <p:spPr>
          <a:xfrm>
            <a:off x="169540" y="1085012"/>
            <a:ext cx="85759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PLMN </a:t>
            </a:r>
            <a:r>
              <a:rPr lang="zh-CN" altLang="en-US" dirty="0">
                <a:solidFill>
                  <a:srgbClr val="0070C0"/>
                </a:solidFill>
              </a:rPr>
              <a:t>选择流程</a:t>
            </a:r>
            <a:br>
              <a:rPr lang="zh-CN" altLang="en-US" dirty="0"/>
            </a:br>
            <a:endParaRPr lang="zh-CN" altLang="en-US" b="0" dirty="0"/>
          </a:p>
        </p:txBody>
      </p:sp>
      <p:pic>
        <p:nvPicPr>
          <p:cNvPr id="4" name="图片 3" descr="图示&#10;&#10;描述已自动生成">
            <a:extLst>
              <a:ext uri="{FF2B5EF4-FFF2-40B4-BE49-F238E27FC236}">
                <a16:creationId xmlns:a16="http://schemas.microsoft.com/office/drawing/2014/main" id="{A420FC52-F9F2-4A62-B3F2-59094F837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856" y="992372"/>
            <a:ext cx="3283801" cy="341411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5636AD8-977B-4377-9A46-DA71EA6BF707}"/>
              </a:ext>
            </a:extLst>
          </p:cNvPr>
          <p:cNvSpPr txBox="1"/>
          <p:nvPr/>
        </p:nvSpPr>
        <p:spPr>
          <a:xfrm>
            <a:off x="284000" y="6116595"/>
            <a:ext cx="85759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dirty="0">
                <a:solidFill>
                  <a:srgbClr val="0070C0"/>
                </a:solidFill>
              </a:rPr>
              <a:t>优先级 </a:t>
            </a:r>
            <a:r>
              <a:rPr lang="en-US" altLang="zh-CN" b="0" dirty="0">
                <a:solidFill>
                  <a:srgbClr val="0070C0"/>
                </a:solidFill>
              </a:rPr>
              <a:t>RPLMN &gt; HPLMN /EHPLMN &gt; VPLMN</a:t>
            </a:r>
            <a:br>
              <a:rPr lang="zh-CN" altLang="en-US" dirty="0"/>
            </a:br>
            <a:endParaRPr lang="zh-CN" altLang="en-US" b="0" dirty="0"/>
          </a:p>
        </p:txBody>
      </p:sp>
      <p:pic>
        <p:nvPicPr>
          <p:cNvPr id="6" name="图片 5" descr="文本&#10;&#10;描述已自动生成">
            <a:extLst>
              <a:ext uri="{FF2B5EF4-FFF2-40B4-BE49-F238E27FC236}">
                <a16:creationId xmlns:a16="http://schemas.microsoft.com/office/drawing/2014/main" id="{5DEE774C-05FF-423F-A308-2A4EC4DE6A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6937" y="4456360"/>
            <a:ext cx="6150124" cy="170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6760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2E605F1B-995D-4CFE-A66C-34DBB38A1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12291" name="标题 1">
            <a:extLst>
              <a:ext uri="{FF2B5EF4-FFF2-40B4-BE49-F238E27FC236}">
                <a16:creationId xmlns:a16="http://schemas.microsoft.com/office/drawing/2014/main" id="{460FF6E3-11D7-48B2-AB15-505C0B520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020272" cy="857250"/>
          </a:xfrm>
        </p:spPr>
        <p:txBody>
          <a:bodyPr/>
          <a:lstStyle/>
          <a:p>
            <a:r>
              <a:rPr lang="en-US" altLang="zh-CN" dirty="0"/>
              <a:t>PLMN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587CA1-C831-4F5A-A2B8-E54D9BC81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6B778C"/>
                </a:solidFill>
                <a:effectLst/>
                <a:latin typeface="Arial" panose="020B0604020202020204" pitchFamily="34" charset="0"/>
                <a:ea typeface="inherit"/>
                <a:hlinkClick r:id="rId2"/>
              </a:rPr>
              <a:t>S-31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rgbClr val="6B778C"/>
              </a:solidFill>
              <a:effectLst/>
              <a:latin typeface="Arial" panose="020B0604020202020204" pitchFamily="34" charset="0"/>
              <a:ea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E373D3-05C4-4C34-B06F-3D2399081A4F}"/>
              </a:ext>
            </a:extLst>
          </p:cNvPr>
          <p:cNvSpPr txBox="1"/>
          <p:nvPr/>
        </p:nvSpPr>
        <p:spPr>
          <a:xfrm>
            <a:off x="169540" y="1085012"/>
            <a:ext cx="8575997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</a:rPr>
              <a:t>Issues: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0" dirty="0"/>
              <a:t>[FT][Cairo/Egypt][Vodafone][RIL Protocol] DUT fails to show connected network name in </a:t>
            </a:r>
            <a:r>
              <a:rPr lang="en-US" altLang="zh-CN" sz="1600" b="0" dirty="0">
                <a:solidFill>
                  <a:srgbClr val="0070C0"/>
                </a:solidFill>
              </a:rPr>
              <a:t>MPLMN</a:t>
            </a:r>
            <a:r>
              <a:rPr lang="en-US" altLang="zh-CN" sz="1600" b="0" dirty="0"/>
              <a:t> 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0" dirty="0"/>
              <a:t>MA ANZ: Emergency Call failure over 4G </a:t>
            </a:r>
            <a:r>
              <a:rPr lang="en-US" altLang="zh-CN" sz="1600" b="0" dirty="0">
                <a:solidFill>
                  <a:srgbClr val="0070C0"/>
                </a:solidFill>
              </a:rPr>
              <a:t>FPLMN</a:t>
            </a:r>
            <a:r>
              <a:rPr lang="en-US" altLang="zh-CN" sz="1600" b="0" dirty="0"/>
              <a:t> when </a:t>
            </a:r>
            <a:r>
              <a:rPr lang="en-US" altLang="zh-CN" sz="1600" b="0" dirty="0" err="1"/>
              <a:t>VoWifi</a:t>
            </a:r>
            <a:r>
              <a:rPr lang="en-US" altLang="zh-CN" sz="1600" b="0" dirty="0"/>
              <a:t> registered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0" dirty="0"/>
              <a:t>COS-199 [MASP]PLMN configuration</a:t>
            </a:r>
          </a:p>
        </p:txBody>
      </p:sp>
      <p:pic>
        <p:nvPicPr>
          <p:cNvPr id="4" name="图片 3" descr="文本&#10;&#10;描述已自动生成">
            <a:extLst>
              <a:ext uri="{FF2B5EF4-FFF2-40B4-BE49-F238E27FC236}">
                <a16:creationId xmlns:a16="http://schemas.microsoft.com/office/drawing/2014/main" id="{361752F1-E73B-415B-935D-04B22C1A3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64904"/>
            <a:ext cx="9144000" cy="269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4787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2E605F1B-995D-4CFE-A66C-34DBB38A1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12291" name="标题 1">
            <a:extLst>
              <a:ext uri="{FF2B5EF4-FFF2-40B4-BE49-F238E27FC236}">
                <a16:creationId xmlns:a16="http://schemas.microsoft.com/office/drawing/2014/main" id="{460FF6E3-11D7-48B2-AB15-505C0B520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020272" cy="857250"/>
          </a:xfrm>
        </p:spPr>
        <p:txBody>
          <a:bodyPr/>
          <a:lstStyle/>
          <a:p>
            <a:r>
              <a:rPr lang="en-US" altLang="zh-CN" dirty="0"/>
              <a:t>Operator Name(SPN or PLMN Name )</a:t>
            </a:r>
            <a:endParaRPr lang="zh-CN" altLang="en-US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B07412C-07EF-4ACB-9F8C-2D49C3077D00}"/>
              </a:ext>
            </a:extLst>
          </p:cNvPr>
          <p:cNvSpPr txBox="1"/>
          <p:nvPr/>
        </p:nvSpPr>
        <p:spPr>
          <a:xfrm>
            <a:off x="122013" y="1138755"/>
            <a:ext cx="86264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70C0"/>
                </a:solidFill>
              </a:rPr>
              <a:t>运营商名字</a:t>
            </a:r>
            <a:endParaRPr lang="en-US" altLang="zh-CN" sz="2000" dirty="0">
              <a:solidFill>
                <a:srgbClr val="0070C0"/>
              </a:solidFill>
            </a:endParaRPr>
          </a:p>
          <a:p>
            <a:pPr>
              <a:defRPr/>
            </a:pPr>
            <a:endParaRPr lang="en-US" altLang="zh-CN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en-US" altLang="zh-CN" sz="1400" dirty="0">
                <a:solidFill>
                  <a:prstClr val="black"/>
                </a:solidFill>
              </a:rPr>
              <a:t>SPN</a:t>
            </a:r>
            <a:r>
              <a:rPr lang="zh-CN" altLang="en-US" sz="1400" dirty="0">
                <a:solidFill>
                  <a:prstClr val="black"/>
                </a:solidFill>
              </a:rPr>
              <a:t>：</a:t>
            </a:r>
            <a:r>
              <a:rPr lang="en-US" altLang="zh-CN" sz="1400" dirty="0">
                <a:solidFill>
                  <a:prstClr val="black"/>
                </a:solidFill>
              </a:rPr>
              <a:t>Service Provider Name</a:t>
            </a:r>
            <a:r>
              <a:rPr lang="zh-CN" altLang="en-US" sz="1400" dirty="0">
                <a:solidFill>
                  <a:prstClr val="black"/>
                </a:solidFill>
              </a:rPr>
              <a:t>即</a:t>
            </a:r>
            <a:r>
              <a:rPr lang="en-US" altLang="zh-CN" sz="1400" dirty="0">
                <a:solidFill>
                  <a:prstClr val="black"/>
                </a:solidFill>
              </a:rPr>
              <a:t>SIM</a:t>
            </a:r>
            <a:r>
              <a:rPr lang="zh-CN" altLang="en-US" sz="1400" dirty="0">
                <a:solidFill>
                  <a:prstClr val="black"/>
                </a:solidFill>
              </a:rPr>
              <a:t>卡名字</a:t>
            </a:r>
            <a:endParaRPr lang="en-US" altLang="zh-CN" sz="1400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en-US" altLang="zh-CN" sz="1400" dirty="0">
                <a:solidFill>
                  <a:prstClr val="black"/>
                </a:solidFill>
              </a:rPr>
              <a:t>PLMN (Public Land Mobile Network</a:t>
            </a:r>
            <a:r>
              <a:rPr lang="zh-CN" altLang="en-US" sz="1400" dirty="0">
                <a:solidFill>
                  <a:prstClr val="black"/>
                </a:solidFill>
              </a:rPr>
              <a:t>，公共陆地移动网络</a:t>
            </a:r>
            <a:r>
              <a:rPr lang="en-US" altLang="zh-CN" sz="1400" dirty="0">
                <a:solidFill>
                  <a:prstClr val="black"/>
                </a:solidFill>
              </a:rPr>
              <a:t>) Name</a:t>
            </a:r>
          </a:p>
          <a:p>
            <a:pPr>
              <a:defRPr/>
            </a:pPr>
            <a:endParaRPr lang="en-US" altLang="zh-CN" sz="1400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0070C0"/>
                </a:solidFill>
              </a:rPr>
              <a:t>显示规则                                                           </a:t>
            </a:r>
            <a:r>
              <a:rPr lang="en-US" altLang="zh-CN" sz="1600" dirty="0">
                <a:solidFill>
                  <a:srgbClr val="0070C0"/>
                </a:solidFill>
              </a:rPr>
              <a:t>PLMN</a:t>
            </a:r>
            <a:r>
              <a:rPr lang="zh-CN" altLang="en-US" sz="1600" dirty="0">
                <a:solidFill>
                  <a:srgbClr val="0070C0"/>
                </a:solidFill>
              </a:rPr>
              <a:t>名字获取规则</a:t>
            </a:r>
            <a:endParaRPr lang="en-US" altLang="zh-CN" sz="1600" dirty="0">
              <a:solidFill>
                <a:srgbClr val="0070C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587CA1-C831-4F5A-A2B8-E54D9BC81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6B778C"/>
                </a:solidFill>
                <a:effectLst/>
                <a:latin typeface="Arial" panose="020B0604020202020204" pitchFamily="34" charset="0"/>
                <a:ea typeface="inherit"/>
                <a:hlinkClick r:id="rId2"/>
              </a:rPr>
              <a:t>S-31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rgbClr val="6B778C"/>
              </a:solidFill>
              <a:effectLst/>
              <a:latin typeface="Arial" panose="020B0604020202020204" pitchFamily="34" charset="0"/>
              <a:ea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图片 7" descr="图示&#10;&#10;描述已自动生成">
            <a:extLst>
              <a:ext uri="{FF2B5EF4-FFF2-40B4-BE49-F238E27FC236}">
                <a16:creationId xmlns:a16="http://schemas.microsoft.com/office/drawing/2014/main" id="{DC54335B-223C-4523-9511-199D07BD9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13" y="2831526"/>
            <a:ext cx="4053735" cy="3554814"/>
          </a:xfrm>
          <a:prstGeom prst="rect">
            <a:avLst/>
          </a:prstGeom>
        </p:spPr>
      </p:pic>
      <p:pic>
        <p:nvPicPr>
          <p:cNvPr id="12" name="图片 11" descr="图示&#10;&#10;描述已自动生成">
            <a:extLst>
              <a:ext uri="{FF2B5EF4-FFF2-40B4-BE49-F238E27FC236}">
                <a16:creationId xmlns:a16="http://schemas.microsoft.com/office/drawing/2014/main" id="{422852C7-2F70-42BD-A3C1-789441AC48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1517" y="2831525"/>
            <a:ext cx="4890470" cy="355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219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2E605F1B-995D-4CFE-A66C-34DBB38A1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12291" name="标题 1">
            <a:extLst>
              <a:ext uri="{FF2B5EF4-FFF2-40B4-BE49-F238E27FC236}">
                <a16:creationId xmlns:a16="http://schemas.microsoft.com/office/drawing/2014/main" id="{460FF6E3-11D7-48B2-AB15-505C0B520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020272" cy="857250"/>
          </a:xfrm>
        </p:spPr>
        <p:txBody>
          <a:bodyPr/>
          <a:lstStyle/>
          <a:p>
            <a:r>
              <a:rPr lang="en-US" altLang="zh-CN" dirty="0"/>
              <a:t>Operator Name(SPN or PLMN Name )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B07412C-07EF-4ACB-9F8C-2D49C3077D00}"/>
              </a:ext>
            </a:extLst>
          </p:cNvPr>
          <p:cNvSpPr txBox="1"/>
          <p:nvPr/>
        </p:nvSpPr>
        <p:spPr>
          <a:xfrm>
            <a:off x="122013" y="1138755"/>
            <a:ext cx="8626451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en-US" altLang="zh-CN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en-US" altLang="zh-CN" dirty="0">
                <a:solidFill>
                  <a:prstClr val="black"/>
                </a:solidFill>
              </a:rPr>
              <a:t>Issues</a:t>
            </a:r>
            <a:r>
              <a:rPr lang="zh-CN" altLang="en-US" dirty="0">
                <a:solidFill>
                  <a:prstClr val="black"/>
                </a:solidFill>
              </a:rPr>
              <a:t>：</a:t>
            </a:r>
            <a:endParaRPr lang="en-US" altLang="zh-CN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en-US" altLang="zh-CN" sz="1600" b="0" dirty="0">
                <a:solidFill>
                  <a:prstClr val="black"/>
                </a:solidFill>
              </a:rPr>
              <a:t>COS-493 [MASP]SIM name display rule</a:t>
            </a:r>
          </a:p>
          <a:p>
            <a:pPr>
              <a:defRPr/>
            </a:pPr>
            <a:r>
              <a:rPr lang="en-US" altLang="zh-CN" sz="1200" b="0" dirty="0">
                <a:solidFill>
                  <a:prstClr val="black"/>
                </a:solidFill>
              </a:rPr>
              <a:t>If there is carrier name from </a:t>
            </a:r>
            <a:r>
              <a:rPr lang="en-US" altLang="zh-CN" sz="1200" b="0" dirty="0">
                <a:solidFill>
                  <a:srgbClr val="FF0000"/>
                </a:solidFill>
              </a:rPr>
              <a:t>SPN</a:t>
            </a:r>
            <a:r>
              <a:rPr lang="en-US" altLang="zh-CN" sz="1200" b="0" dirty="0">
                <a:solidFill>
                  <a:prstClr val="black"/>
                </a:solidFill>
              </a:rPr>
              <a:t> or </a:t>
            </a:r>
            <a:r>
              <a:rPr lang="en-US" altLang="zh-CN" sz="1200" b="0" dirty="0">
                <a:solidFill>
                  <a:srgbClr val="FF0000"/>
                </a:solidFill>
              </a:rPr>
              <a:t>PNN</a:t>
            </a:r>
            <a:r>
              <a:rPr lang="en-US" altLang="zh-CN" sz="1200" b="0" dirty="0">
                <a:solidFill>
                  <a:prstClr val="black"/>
                </a:solidFill>
              </a:rPr>
              <a:t> on SIM card, the default SIM name under "Settings &gt; Network &amp; Internet &gt; Mobile Network &gt; SIM cards" must show the carrier name from SIM card.</a:t>
            </a:r>
          </a:p>
          <a:p>
            <a:pPr>
              <a:defRPr/>
            </a:pPr>
            <a:r>
              <a:rPr lang="en-US" altLang="zh-CN" sz="1600" b="0" dirty="0">
                <a:solidFill>
                  <a:prstClr val="black"/>
                </a:solidFill>
              </a:rPr>
              <a:t>COS-253 [MASP]Customizable to ignore the operator name from </a:t>
            </a:r>
            <a:r>
              <a:rPr lang="en-US" altLang="zh-CN" sz="1600" b="0" dirty="0">
                <a:solidFill>
                  <a:srgbClr val="FF0000"/>
                </a:solidFill>
              </a:rPr>
              <a:t>NITZ</a:t>
            </a:r>
          </a:p>
          <a:p>
            <a:pPr>
              <a:defRPr/>
            </a:pPr>
            <a:r>
              <a:rPr lang="en-US" altLang="zh-CN" sz="1600" b="0" dirty="0">
                <a:solidFill>
                  <a:prstClr val="black"/>
                </a:solidFill>
              </a:rPr>
              <a:t>COS-236 [MASP][TW][APTG]Operator name should display correctly according to </a:t>
            </a:r>
            <a:r>
              <a:rPr lang="en-US" altLang="zh-CN" sz="1600" b="0" dirty="0" err="1">
                <a:solidFill>
                  <a:srgbClr val="FF0000"/>
                </a:solidFill>
              </a:rPr>
              <a:t>registerd</a:t>
            </a:r>
            <a:r>
              <a:rPr lang="en-US" altLang="zh-CN" sz="1600" b="0" dirty="0">
                <a:solidFill>
                  <a:srgbClr val="FF0000"/>
                </a:solidFill>
              </a:rPr>
              <a:t> network</a:t>
            </a:r>
            <a:r>
              <a:rPr lang="en-US" altLang="zh-CN" sz="1600" b="0" dirty="0">
                <a:solidFill>
                  <a:prstClr val="black"/>
                </a:solidFill>
              </a:rPr>
              <a:t>.</a:t>
            </a:r>
          </a:p>
          <a:p>
            <a:pPr>
              <a:defRPr/>
            </a:pPr>
            <a:r>
              <a:rPr lang="en-US" altLang="zh-CN" sz="1600" b="0" dirty="0">
                <a:solidFill>
                  <a:prstClr val="black"/>
                </a:solidFill>
              </a:rPr>
              <a:t>COS-181 [MASP]Operator Name</a:t>
            </a:r>
          </a:p>
          <a:p>
            <a:pPr>
              <a:defRPr/>
            </a:pPr>
            <a:r>
              <a:rPr lang="en-US" altLang="zh-CN" sz="1200" b="0" dirty="0">
                <a:solidFill>
                  <a:prstClr val="black"/>
                </a:solidFill>
              </a:rPr>
              <a:t>TR-GENER-OPNAM-006 specifies GSMA TS.25 shall be used for all </a:t>
            </a:r>
            <a:r>
              <a:rPr lang="en-US" altLang="zh-CN" sz="1200" b="0" dirty="0">
                <a:solidFill>
                  <a:srgbClr val="FF0000"/>
                </a:solidFill>
              </a:rPr>
              <a:t>PLMN</a:t>
            </a:r>
            <a:r>
              <a:rPr lang="en-US" altLang="zh-CN" sz="1200" b="0" dirty="0">
                <a:solidFill>
                  <a:prstClr val="black"/>
                </a:solidFill>
              </a:rPr>
              <a:t> names in the device. (When searching for other NWs). </a:t>
            </a:r>
            <a:r>
              <a:rPr lang="en-US" altLang="zh-CN" sz="1200" b="0" dirty="0">
                <a:solidFill>
                  <a:srgbClr val="FF0000"/>
                </a:solidFill>
              </a:rPr>
              <a:t>Home Network name </a:t>
            </a:r>
            <a:r>
              <a:rPr lang="en-US" altLang="zh-CN" sz="1200" b="0" dirty="0">
                <a:solidFill>
                  <a:prstClr val="black"/>
                </a:solidFill>
              </a:rPr>
              <a:t>should be taken from the SIM Card (</a:t>
            </a:r>
            <a:r>
              <a:rPr lang="en-US" altLang="zh-CN" sz="1200" b="0" dirty="0">
                <a:solidFill>
                  <a:srgbClr val="FF0000"/>
                </a:solidFill>
              </a:rPr>
              <a:t>EF_SPN</a:t>
            </a:r>
            <a:r>
              <a:rPr lang="en-US" altLang="zh-CN" sz="1200" b="0" dirty="0">
                <a:solidFill>
                  <a:prstClr val="black"/>
                </a:solidFill>
              </a:rPr>
              <a:t>)</a:t>
            </a:r>
          </a:p>
          <a:p>
            <a:pPr>
              <a:defRPr/>
            </a:pPr>
            <a:r>
              <a:rPr lang="en-US" altLang="zh-CN" sz="1600" b="0" dirty="0">
                <a:solidFill>
                  <a:prstClr val="black"/>
                </a:solidFill>
              </a:rPr>
              <a:t>COS-155 [MASP]Operator names must be displayed correctly in status screen and in manual network search results as </a:t>
            </a:r>
            <a:r>
              <a:rPr lang="en-US" altLang="zh-CN" sz="1600" b="0" dirty="0">
                <a:solidFill>
                  <a:srgbClr val="FF0000"/>
                </a:solidFill>
              </a:rPr>
              <a:t>defined on SIM card</a:t>
            </a:r>
          </a:p>
          <a:p>
            <a:pPr>
              <a:defRPr/>
            </a:pPr>
            <a:r>
              <a:rPr lang="en-US" altLang="zh-CN" sz="1600" b="0" dirty="0">
                <a:solidFill>
                  <a:srgbClr val="000000"/>
                </a:solidFill>
              </a:rPr>
              <a:t>COS-50 [MASP]Operator name should show </a:t>
            </a:r>
            <a:br>
              <a:rPr lang="en-US" altLang="zh-CN" sz="1600" b="0" dirty="0">
                <a:solidFill>
                  <a:srgbClr val="000000"/>
                </a:solidFill>
              </a:rPr>
            </a:br>
            <a:r>
              <a:rPr lang="en-US" altLang="zh-CN" sz="1600" b="0" dirty="0">
                <a:solidFill>
                  <a:srgbClr val="000000"/>
                </a:solidFill>
              </a:rPr>
              <a:t>Virgin in operator name list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587CA1-C831-4F5A-A2B8-E54D9BC81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6B778C"/>
                </a:solidFill>
                <a:effectLst/>
                <a:latin typeface="Arial" panose="020B0604020202020204" pitchFamily="34" charset="0"/>
                <a:ea typeface="inherit"/>
                <a:hlinkClick r:id="rId2"/>
              </a:rPr>
              <a:t>S-31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rgbClr val="6B778C"/>
              </a:solidFill>
              <a:effectLst/>
              <a:latin typeface="Arial" panose="020B0604020202020204" pitchFamily="34" charset="0"/>
              <a:ea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8" name="图片 17" descr="文本&#10;&#10;描述已自动生成">
            <a:extLst>
              <a:ext uri="{FF2B5EF4-FFF2-40B4-BE49-F238E27FC236}">
                <a16:creationId xmlns:a16="http://schemas.microsoft.com/office/drawing/2014/main" id="{48A96BDE-4F69-4E1B-9748-AFEBCA7E9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288" y="4199646"/>
            <a:ext cx="4248472" cy="2258752"/>
          </a:xfrm>
          <a:prstGeom prst="rect">
            <a:avLst/>
          </a:prstGeom>
        </p:spPr>
      </p:pic>
      <p:sp>
        <p:nvSpPr>
          <p:cNvPr id="19" name="箭头: 右 18">
            <a:extLst>
              <a:ext uri="{FF2B5EF4-FFF2-40B4-BE49-F238E27FC236}">
                <a16:creationId xmlns:a16="http://schemas.microsoft.com/office/drawing/2014/main" id="{FCA533F3-2D90-462E-9FCB-FC2110F5B288}"/>
              </a:ext>
            </a:extLst>
          </p:cNvPr>
          <p:cNvSpPr/>
          <p:nvPr/>
        </p:nvSpPr>
        <p:spPr>
          <a:xfrm>
            <a:off x="3707904" y="5329022"/>
            <a:ext cx="1080120" cy="332226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2D58316-2AA4-4A63-9127-A09A6F3D8FB9}"/>
              </a:ext>
            </a:extLst>
          </p:cNvPr>
          <p:cNvSpPr txBox="1"/>
          <p:nvPr/>
        </p:nvSpPr>
        <p:spPr>
          <a:xfrm>
            <a:off x="1331640" y="5329022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dirty="0">
                <a:solidFill>
                  <a:srgbClr val="0070C0"/>
                </a:solidFill>
              </a:rPr>
              <a:t>MVNO </a:t>
            </a:r>
            <a:r>
              <a:rPr lang="zh-CN" altLang="en-US" b="0" dirty="0">
                <a:solidFill>
                  <a:srgbClr val="0070C0"/>
                </a:solidFill>
              </a:rPr>
              <a:t>虚拟运营商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B0251FA-1340-498F-A598-0159C0D0F640}"/>
              </a:ext>
            </a:extLst>
          </p:cNvPr>
          <p:cNvSpPr txBox="1"/>
          <p:nvPr/>
        </p:nvSpPr>
        <p:spPr>
          <a:xfrm>
            <a:off x="244475" y="5805264"/>
            <a:ext cx="45435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0" dirty="0">
                <a:solidFill>
                  <a:srgbClr val="FF0000"/>
                </a:solidFill>
              </a:rPr>
              <a:t>注意：正常情况下不要用强制</a:t>
            </a:r>
            <a:r>
              <a:rPr lang="en-US" altLang="zh-CN" sz="1400" b="0" dirty="0" err="1">
                <a:solidFill>
                  <a:srgbClr val="FF0000"/>
                </a:solidFill>
              </a:rPr>
              <a:t>mccmnc</a:t>
            </a:r>
            <a:r>
              <a:rPr lang="zh-CN" altLang="en-US" sz="1400" b="0" dirty="0">
                <a:solidFill>
                  <a:srgbClr val="FF0000"/>
                </a:solidFill>
              </a:rPr>
              <a:t>判断去强制客制化运营商名字，大运营商会用一些写了</a:t>
            </a:r>
            <a:r>
              <a:rPr lang="en-US" altLang="zh-CN" sz="1400" b="0" dirty="0">
                <a:solidFill>
                  <a:srgbClr val="FF0000"/>
                </a:solidFill>
              </a:rPr>
              <a:t>SPN</a:t>
            </a:r>
            <a:r>
              <a:rPr lang="zh-CN" altLang="en-US" sz="1400" b="0" dirty="0">
                <a:solidFill>
                  <a:srgbClr val="FF0000"/>
                </a:solidFill>
              </a:rPr>
              <a:t>，</a:t>
            </a:r>
            <a:r>
              <a:rPr lang="en-US" altLang="zh-CN" sz="1400" b="0" dirty="0">
                <a:solidFill>
                  <a:srgbClr val="FF0000"/>
                </a:solidFill>
              </a:rPr>
              <a:t>PNN</a:t>
            </a:r>
            <a:r>
              <a:rPr lang="zh-CN" altLang="en-US" sz="1400" b="0" dirty="0">
                <a:solidFill>
                  <a:srgbClr val="FF0000"/>
                </a:solidFill>
              </a:rPr>
              <a:t>的</a:t>
            </a:r>
            <a:r>
              <a:rPr lang="en-US" altLang="zh-CN" sz="1400" b="0" dirty="0">
                <a:solidFill>
                  <a:srgbClr val="FF0000"/>
                </a:solidFill>
              </a:rPr>
              <a:t>SIM</a:t>
            </a:r>
            <a:r>
              <a:rPr lang="zh-CN" altLang="en-US" sz="1400" b="0" dirty="0">
                <a:solidFill>
                  <a:srgbClr val="FF0000"/>
                </a:solidFill>
              </a:rPr>
              <a:t>卡去验证是否符合</a:t>
            </a:r>
            <a:r>
              <a:rPr lang="en-US" altLang="zh-CN" sz="1400" b="0" dirty="0">
                <a:solidFill>
                  <a:srgbClr val="FF0000"/>
                </a:solidFill>
              </a:rPr>
              <a:t>Spec</a:t>
            </a:r>
            <a:endParaRPr lang="zh-CN" altLang="en-US" sz="1400" b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79790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2E605F1B-995D-4CFE-A66C-34DBB38A1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12291" name="标题 1">
            <a:extLst>
              <a:ext uri="{FF2B5EF4-FFF2-40B4-BE49-F238E27FC236}">
                <a16:creationId xmlns:a16="http://schemas.microsoft.com/office/drawing/2014/main" id="{460FF6E3-11D7-48B2-AB15-505C0B520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020272" cy="857250"/>
          </a:xfrm>
        </p:spPr>
        <p:txBody>
          <a:bodyPr/>
          <a:lstStyle/>
          <a:p>
            <a:r>
              <a:rPr lang="zh-CN" altLang="en-US" dirty="0"/>
              <a:t>网络</a:t>
            </a:r>
            <a:r>
              <a:rPr lang="en-US" altLang="zh-CN" dirty="0"/>
              <a:t>-------Roaming</a:t>
            </a:r>
            <a:endParaRPr lang="zh-CN" altLang="en-US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B07412C-07EF-4ACB-9F8C-2D49C3077D00}"/>
              </a:ext>
            </a:extLst>
          </p:cNvPr>
          <p:cNvSpPr txBox="1"/>
          <p:nvPr/>
        </p:nvSpPr>
        <p:spPr>
          <a:xfrm>
            <a:off x="150132" y="1225917"/>
            <a:ext cx="8720013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70C0"/>
                </a:solidFill>
              </a:rPr>
              <a:t>Roaming</a:t>
            </a:r>
            <a:r>
              <a:rPr lang="zh-CN" altLang="en-US" sz="2000" dirty="0">
                <a:solidFill>
                  <a:srgbClr val="0070C0"/>
                </a:solidFill>
              </a:rPr>
              <a:t>配置</a:t>
            </a:r>
            <a:endParaRPr lang="en-US" altLang="zh-CN" sz="2000" dirty="0">
              <a:solidFill>
                <a:srgbClr val="0070C0"/>
              </a:solidFill>
            </a:endParaRPr>
          </a:p>
          <a:p>
            <a:r>
              <a:rPr lang="en-US" altLang="zh-CN" dirty="0">
                <a:solidFill>
                  <a:prstClr val="black"/>
                </a:solidFill>
              </a:rPr>
              <a:t>Issues:</a:t>
            </a:r>
          </a:p>
          <a:p>
            <a:r>
              <a:rPr lang="en-US" altLang="zh-CN" sz="1400" b="0" i="1" dirty="0"/>
              <a:t>COS-260 [MASP]Philippine Roaming filtering for Sun/Smart</a:t>
            </a:r>
          </a:p>
          <a:p>
            <a:endParaRPr lang="en-US" altLang="zh-CN" sz="2000" dirty="0">
              <a:solidFill>
                <a:srgbClr val="0070C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>
              <a:defRPr/>
            </a:pPr>
            <a:r>
              <a:rPr lang="en-US" altLang="zh-CN" dirty="0">
                <a:solidFill>
                  <a:prstClr val="black"/>
                </a:solidFill>
              </a:rPr>
              <a:t>Summary:</a:t>
            </a:r>
          </a:p>
          <a:p>
            <a:r>
              <a:rPr lang="zh-CN" altLang="en-US" sz="1400" b="0" dirty="0">
                <a:solidFill>
                  <a:srgbClr val="000000"/>
                </a:solidFill>
              </a:rPr>
              <a:t>由于一些运营商合并或者资源共享，为设备配置不同运营商不显示漫游</a:t>
            </a:r>
            <a:endParaRPr lang="en-US" altLang="zh-CN" sz="1400" b="0" dirty="0">
              <a:solidFill>
                <a:srgbClr val="0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587CA1-C831-4F5A-A2B8-E54D9BC81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6B778C"/>
                </a:solidFill>
                <a:effectLst/>
                <a:latin typeface="Arial" panose="020B0604020202020204" pitchFamily="34" charset="0"/>
                <a:ea typeface="inherit"/>
                <a:hlinkClick r:id="rId2"/>
              </a:rPr>
              <a:t>S-31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rgbClr val="6B778C"/>
              </a:solidFill>
              <a:effectLst/>
              <a:latin typeface="Arial" panose="020B0604020202020204" pitchFamily="34" charset="0"/>
              <a:ea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6407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2E605F1B-995D-4CFE-A66C-34DBB38A1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1812925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187990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endParaRPr lang="zh-CN" altLang="en-US"/>
          </a:p>
        </p:txBody>
      </p:sp>
      <p:sp>
        <p:nvSpPr>
          <p:cNvPr id="12291" name="标题 1">
            <a:extLst>
              <a:ext uri="{FF2B5EF4-FFF2-40B4-BE49-F238E27FC236}">
                <a16:creationId xmlns:a16="http://schemas.microsoft.com/office/drawing/2014/main" id="{460FF6E3-11D7-48B2-AB15-505C0B520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020272" cy="857250"/>
          </a:xfrm>
        </p:spPr>
        <p:txBody>
          <a:bodyPr/>
          <a:lstStyle/>
          <a:p>
            <a:r>
              <a:rPr lang="zh-CN" altLang="en-US" dirty="0"/>
              <a:t>网络</a:t>
            </a:r>
            <a:r>
              <a:rPr lang="en-US" altLang="zh-CN" dirty="0"/>
              <a:t>-------Roaming</a:t>
            </a:r>
            <a:endParaRPr lang="zh-CN" altLang="en-US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B07412C-07EF-4ACB-9F8C-2D49C3077D00}"/>
              </a:ext>
            </a:extLst>
          </p:cNvPr>
          <p:cNvSpPr txBox="1"/>
          <p:nvPr/>
        </p:nvSpPr>
        <p:spPr>
          <a:xfrm>
            <a:off x="150132" y="1225917"/>
            <a:ext cx="8720013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70C0"/>
                </a:solidFill>
              </a:rPr>
              <a:t>National roaming (Domestic roaming)</a:t>
            </a:r>
          </a:p>
          <a:p>
            <a:r>
              <a:rPr lang="en-US" altLang="zh-CN" dirty="0">
                <a:solidFill>
                  <a:prstClr val="black"/>
                </a:solidFill>
              </a:rPr>
              <a:t>Issues:</a:t>
            </a:r>
          </a:p>
          <a:p>
            <a:r>
              <a:rPr lang="en-US" altLang="zh-CN" sz="1400" b="0" i="1" dirty="0"/>
              <a:t>COS-35 [MASP]Data roaming toggle should default on</a:t>
            </a:r>
          </a:p>
          <a:p>
            <a:r>
              <a:rPr lang="en-US" altLang="zh-CN" sz="1400" b="0" i="1" dirty="0"/>
              <a:t>COS-144 [MASP]National roaming settings</a:t>
            </a:r>
          </a:p>
          <a:p>
            <a:r>
              <a:rPr lang="en-US" altLang="zh-CN" sz="1400" b="0" i="1" dirty="0"/>
              <a:t>COS-156 [MASP]Domestic roaming to be added to data roaming options</a:t>
            </a:r>
          </a:p>
          <a:p>
            <a:endParaRPr lang="en-US" altLang="zh-CN" sz="2000" dirty="0">
              <a:solidFill>
                <a:srgbClr val="0070C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>
              <a:defRPr/>
            </a:pPr>
            <a:r>
              <a:rPr lang="en-US" altLang="zh-CN" dirty="0">
                <a:solidFill>
                  <a:prstClr val="black"/>
                </a:solidFill>
              </a:rPr>
              <a:t>Summary:</a:t>
            </a:r>
          </a:p>
          <a:p>
            <a:r>
              <a:rPr lang="zh-CN" altLang="en-US" sz="1400" b="0" dirty="0">
                <a:solidFill>
                  <a:srgbClr val="000000"/>
                </a:solidFill>
              </a:rPr>
              <a:t>有些国家或者地区由国内漫游需求，对于数据漫游的开关需要区分国际漫游还是国内漫游。</a:t>
            </a:r>
            <a:r>
              <a:rPr lang="en-US" altLang="zh-CN" sz="1400" b="0" dirty="0">
                <a:solidFill>
                  <a:srgbClr val="000000"/>
                </a:solidFill>
              </a:rPr>
              <a:t>Android</a:t>
            </a:r>
            <a:r>
              <a:rPr lang="zh-CN" altLang="en-US" sz="1400" b="0" dirty="0">
                <a:solidFill>
                  <a:srgbClr val="000000"/>
                </a:solidFill>
              </a:rPr>
              <a:t>默认设计下，数据漫游开关开，则漫游下可以使用数据流量，否则不能。增加国内漫游开关后，选择国内漫游，在网络</a:t>
            </a:r>
            <a:r>
              <a:rPr lang="en-US" altLang="zh-CN" sz="1400" b="0" dirty="0">
                <a:solidFill>
                  <a:srgbClr val="000000"/>
                </a:solidFill>
              </a:rPr>
              <a:t>MCC </a:t>
            </a:r>
            <a:r>
              <a:rPr lang="zh-CN" altLang="en-US" sz="1400" b="0" dirty="0">
                <a:solidFill>
                  <a:srgbClr val="000000"/>
                </a:solidFill>
              </a:rPr>
              <a:t>和 </a:t>
            </a:r>
            <a:r>
              <a:rPr lang="en-US" altLang="zh-CN" sz="1400" b="0" dirty="0">
                <a:solidFill>
                  <a:srgbClr val="000000"/>
                </a:solidFill>
              </a:rPr>
              <a:t>SIM</a:t>
            </a:r>
            <a:r>
              <a:rPr lang="zh-CN" altLang="en-US" sz="1400" b="0" dirty="0">
                <a:solidFill>
                  <a:srgbClr val="000000"/>
                </a:solidFill>
              </a:rPr>
              <a:t>卡 </a:t>
            </a:r>
            <a:r>
              <a:rPr lang="en-US" altLang="zh-CN" sz="1400" b="0" dirty="0">
                <a:solidFill>
                  <a:srgbClr val="000000"/>
                </a:solidFill>
              </a:rPr>
              <a:t>MCC</a:t>
            </a:r>
            <a:r>
              <a:rPr lang="zh-CN" altLang="en-US" sz="1400" b="0" dirty="0">
                <a:solidFill>
                  <a:srgbClr val="000000"/>
                </a:solidFill>
              </a:rPr>
              <a:t>相同时，即使漫游数据流量也开。选择国际漫游时，所有漫游数据流量都开。</a:t>
            </a:r>
            <a:endParaRPr lang="en-US" altLang="zh-CN" sz="1400" b="0" dirty="0">
              <a:solidFill>
                <a:srgbClr val="0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587CA1-C831-4F5A-A2B8-E54D9BC81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6B778C"/>
                </a:solidFill>
                <a:effectLst/>
                <a:latin typeface="Arial" panose="020B0604020202020204" pitchFamily="34" charset="0"/>
                <a:ea typeface="inherit"/>
                <a:hlinkClick r:id="rId2"/>
              </a:rPr>
              <a:t>S-31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rgbClr val="6B778C"/>
              </a:solidFill>
              <a:effectLst/>
              <a:latin typeface="Arial" panose="020B0604020202020204" pitchFamily="34" charset="0"/>
              <a:ea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2233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2F0BE85-922A-4E17-8F67-45DFE5F179A2}"/>
              </a:ext>
            </a:extLst>
          </p:cNvPr>
          <p:cNvSpPr/>
          <p:nvPr/>
        </p:nvSpPr>
        <p:spPr>
          <a:xfrm>
            <a:off x="1142976" y="1928802"/>
            <a:ext cx="7044715" cy="923330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>
            <a:spAutoFit/>
            <a:scene3d>
              <a:camera prst="obliqueTopLeft"/>
              <a:lightRig rig="glow" dir="tl">
                <a:rot lat="0" lon="0" rev="5400000"/>
              </a:lightRig>
            </a:scene3d>
          </a:bodyPr>
          <a:lstStyle/>
          <a:p>
            <a:pPr algn="ctr" eaLnBrk="1" hangingPunct="1">
              <a:defRPr/>
            </a:pPr>
            <a:r>
              <a:rPr lang="en-US" altLang="zh-CN" sz="5400" dirty="0">
                <a:ln w="38100" cap="rnd">
                  <a:gradFill>
                    <a:gsLst>
                      <a:gs pos="0">
                        <a:srgbClr val="FFEFD1"/>
                      </a:gs>
                      <a:gs pos="0">
                        <a:srgbClr val="FFEFD1"/>
                      </a:gs>
                      <a:gs pos="0">
                        <a:srgbClr val="FFEFD1"/>
                      </a:gs>
                      <a:gs pos="0">
                        <a:srgbClr val="FFEFD1"/>
                      </a:gs>
                      <a:gs pos="0">
                        <a:srgbClr val="FFEFD1"/>
                      </a:gs>
                      <a:gs pos="0">
                        <a:srgbClr val="FFEFD1"/>
                      </a:gs>
                      <a:gs pos="0">
                        <a:srgbClr val="FFEFD1"/>
                      </a:gs>
                      <a:gs pos="64999">
                        <a:srgbClr val="F0EBD5"/>
                      </a:gs>
                      <a:gs pos="100000">
                        <a:srgbClr val="D1C39F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114300" dir="8580000" algn="tl">
                    <a:srgbClr val="000000">
                      <a:alpha val="30000"/>
                    </a:srgbClr>
                  </a:outerShdw>
                </a:effectLst>
                <a:latin typeface="Arial Rounded MT Bold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FFFFFF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546949</TotalTime>
  <Words>5474</Words>
  <Application>Microsoft Office PowerPoint</Application>
  <PresentationFormat>全屏显示(4:3)</PresentationFormat>
  <Paragraphs>384</Paragraphs>
  <Slides>45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9" baseType="lpstr">
      <vt:lpstr>-apple-system</vt:lpstr>
      <vt:lpstr>PingFang SC</vt:lpstr>
      <vt:lpstr>RionaSans</vt:lpstr>
      <vt:lpstr>宋体</vt:lpstr>
      <vt:lpstr>微软雅黑</vt:lpstr>
      <vt:lpstr>Arial</vt:lpstr>
      <vt:lpstr>Arial</vt:lpstr>
      <vt:lpstr>Arial Rounded MT Bold</vt:lpstr>
      <vt:lpstr>Calibri</vt:lpstr>
      <vt:lpstr>Franklin Gothic Book</vt:lpstr>
      <vt:lpstr>Franklin Gothic Medium</vt:lpstr>
      <vt:lpstr>Wingdings</vt:lpstr>
      <vt:lpstr>Office 主题</vt:lpstr>
      <vt:lpstr>Worksheet</vt:lpstr>
      <vt:lpstr>PowerPoint 演示文稿</vt:lpstr>
      <vt:lpstr>RAT（Radio Access Technology） </vt:lpstr>
      <vt:lpstr>RAT（Radio Access Technology） </vt:lpstr>
      <vt:lpstr>RAT（Radio Access Technology） </vt:lpstr>
      <vt:lpstr>RAT（Radio Access Technology） </vt:lpstr>
      <vt:lpstr>Mobile Telecommunications Network </vt:lpstr>
      <vt:lpstr>Mobile Telecommunications Network </vt:lpstr>
      <vt:lpstr>Mobile Telecommunications Network </vt:lpstr>
      <vt:lpstr>Speech Ciphering</vt:lpstr>
      <vt:lpstr>Speech Ciphering</vt:lpstr>
      <vt:lpstr>Speech Ciphering</vt:lpstr>
      <vt:lpstr>Speech Ciphering</vt:lpstr>
      <vt:lpstr>Speech codecs</vt:lpstr>
      <vt:lpstr>Speech codecs</vt:lpstr>
      <vt:lpstr>Speech codecs</vt:lpstr>
      <vt:lpstr>Supplementary service</vt:lpstr>
      <vt:lpstr>VoiceMail</vt:lpstr>
      <vt:lpstr>VoiceMail</vt:lpstr>
      <vt:lpstr>FDN，SDN，ADN</vt:lpstr>
      <vt:lpstr>Ring Back Tone</vt:lpstr>
      <vt:lpstr>Ring Back Tone</vt:lpstr>
      <vt:lpstr>SMS,MMS</vt:lpstr>
      <vt:lpstr>IMS</vt:lpstr>
      <vt:lpstr>IMS</vt:lpstr>
      <vt:lpstr>IMS</vt:lpstr>
      <vt:lpstr>IMS</vt:lpstr>
      <vt:lpstr>IMS</vt:lpstr>
      <vt:lpstr>IMS</vt:lpstr>
      <vt:lpstr>IMS</vt:lpstr>
      <vt:lpstr>IMS</vt:lpstr>
      <vt:lpstr>IMS</vt:lpstr>
      <vt:lpstr>IMS</vt:lpstr>
      <vt:lpstr>IMS</vt:lpstr>
      <vt:lpstr>IMS</vt:lpstr>
      <vt:lpstr>IMS</vt:lpstr>
      <vt:lpstr>IMS</vt:lpstr>
      <vt:lpstr>IMS</vt:lpstr>
      <vt:lpstr>PLMN</vt:lpstr>
      <vt:lpstr>PLMN</vt:lpstr>
      <vt:lpstr>PLMN</vt:lpstr>
      <vt:lpstr>Operator Name(SPN or PLMN Name )</vt:lpstr>
      <vt:lpstr>Operator Name(SPN or PLMN Name )</vt:lpstr>
      <vt:lpstr>网络-------Roaming</vt:lpstr>
      <vt:lpstr>网络-------Roaming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张 炯杰</cp:lastModifiedBy>
  <cp:revision>649</cp:revision>
  <dcterms:modified xsi:type="dcterms:W3CDTF">2021-08-30T08:05:02Z</dcterms:modified>
</cp:coreProperties>
</file>